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84" r:id="rId1"/>
  </p:sldMasterIdLst>
  <p:notesMasterIdLst>
    <p:notesMasterId r:id="rId25"/>
  </p:notesMasterIdLst>
  <p:handoutMasterIdLst>
    <p:handoutMasterId r:id="rId26"/>
  </p:handoutMasterIdLst>
  <p:sldIdLst>
    <p:sldId id="337" r:id="rId2"/>
    <p:sldId id="256" r:id="rId3"/>
    <p:sldId id="257" r:id="rId4"/>
    <p:sldId id="359" r:id="rId5"/>
    <p:sldId id="333" r:id="rId6"/>
    <p:sldId id="368" r:id="rId7"/>
    <p:sldId id="263" r:id="rId8"/>
    <p:sldId id="264" r:id="rId9"/>
    <p:sldId id="353" r:id="rId10"/>
    <p:sldId id="361" r:id="rId11"/>
    <p:sldId id="335" r:id="rId12"/>
    <p:sldId id="339" r:id="rId13"/>
    <p:sldId id="330" r:id="rId14"/>
    <p:sldId id="331" r:id="rId15"/>
    <p:sldId id="362" r:id="rId16"/>
    <p:sldId id="364" r:id="rId17"/>
    <p:sldId id="369" r:id="rId18"/>
    <p:sldId id="370" r:id="rId19"/>
    <p:sldId id="367" r:id="rId20"/>
    <p:sldId id="365" r:id="rId21"/>
    <p:sldId id="366" r:id="rId22"/>
    <p:sldId id="324" r:id="rId23"/>
    <p:sldId id="325" r:id="rId2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Palatino Linotype" panose="02040502050505030304" pitchFamily="18" charset="0"/>
        <a:ea typeface="+mn-ea"/>
        <a:cs typeface="+mn-cs"/>
      </a:defRPr>
    </a:lvl1pPr>
    <a:lvl2pPr marL="457200" algn="l" rtl="0" eaLnBrk="0" fontAlgn="base" hangingPunct="0">
      <a:spcBef>
        <a:spcPct val="0"/>
      </a:spcBef>
      <a:spcAft>
        <a:spcPct val="0"/>
      </a:spcAft>
      <a:defRPr kern="1200">
        <a:solidFill>
          <a:schemeClr val="tx1"/>
        </a:solidFill>
        <a:latin typeface="Palatino Linotype" panose="02040502050505030304" pitchFamily="18" charset="0"/>
        <a:ea typeface="+mn-ea"/>
        <a:cs typeface="+mn-cs"/>
      </a:defRPr>
    </a:lvl2pPr>
    <a:lvl3pPr marL="914400" algn="l" rtl="0" eaLnBrk="0" fontAlgn="base" hangingPunct="0">
      <a:spcBef>
        <a:spcPct val="0"/>
      </a:spcBef>
      <a:spcAft>
        <a:spcPct val="0"/>
      </a:spcAft>
      <a:defRPr kern="1200">
        <a:solidFill>
          <a:schemeClr val="tx1"/>
        </a:solidFill>
        <a:latin typeface="Palatino Linotype" panose="02040502050505030304" pitchFamily="18" charset="0"/>
        <a:ea typeface="+mn-ea"/>
        <a:cs typeface="+mn-cs"/>
      </a:defRPr>
    </a:lvl3pPr>
    <a:lvl4pPr marL="1371600" algn="l" rtl="0" eaLnBrk="0" fontAlgn="base" hangingPunct="0">
      <a:spcBef>
        <a:spcPct val="0"/>
      </a:spcBef>
      <a:spcAft>
        <a:spcPct val="0"/>
      </a:spcAft>
      <a:defRPr kern="1200">
        <a:solidFill>
          <a:schemeClr val="tx1"/>
        </a:solidFill>
        <a:latin typeface="Palatino Linotype" panose="02040502050505030304" pitchFamily="18" charset="0"/>
        <a:ea typeface="+mn-ea"/>
        <a:cs typeface="+mn-cs"/>
      </a:defRPr>
    </a:lvl4pPr>
    <a:lvl5pPr marL="1828800" algn="l" rtl="0" eaLnBrk="0" fontAlgn="base" hangingPunct="0">
      <a:spcBef>
        <a:spcPct val="0"/>
      </a:spcBef>
      <a:spcAft>
        <a:spcPct val="0"/>
      </a:spcAft>
      <a:defRPr kern="1200">
        <a:solidFill>
          <a:schemeClr val="tx1"/>
        </a:solidFill>
        <a:latin typeface="Palatino Linotype" panose="02040502050505030304" pitchFamily="18" charset="0"/>
        <a:ea typeface="+mn-ea"/>
        <a:cs typeface="+mn-cs"/>
      </a:defRPr>
    </a:lvl5pPr>
    <a:lvl6pPr marL="2286000" algn="l" defTabSz="914400" rtl="0" eaLnBrk="1" latinLnBrk="0" hangingPunct="1">
      <a:defRPr kern="1200">
        <a:solidFill>
          <a:schemeClr val="tx1"/>
        </a:solidFill>
        <a:latin typeface="Palatino Linotype" panose="02040502050505030304" pitchFamily="18" charset="0"/>
        <a:ea typeface="+mn-ea"/>
        <a:cs typeface="+mn-cs"/>
      </a:defRPr>
    </a:lvl6pPr>
    <a:lvl7pPr marL="2743200" algn="l" defTabSz="914400" rtl="0" eaLnBrk="1" latinLnBrk="0" hangingPunct="1">
      <a:defRPr kern="1200">
        <a:solidFill>
          <a:schemeClr val="tx1"/>
        </a:solidFill>
        <a:latin typeface="Palatino Linotype" panose="02040502050505030304" pitchFamily="18" charset="0"/>
        <a:ea typeface="+mn-ea"/>
        <a:cs typeface="+mn-cs"/>
      </a:defRPr>
    </a:lvl7pPr>
    <a:lvl8pPr marL="3200400" algn="l" defTabSz="914400" rtl="0" eaLnBrk="1" latinLnBrk="0" hangingPunct="1">
      <a:defRPr kern="1200">
        <a:solidFill>
          <a:schemeClr val="tx1"/>
        </a:solidFill>
        <a:latin typeface="Palatino Linotype" panose="02040502050505030304" pitchFamily="18" charset="0"/>
        <a:ea typeface="+mn-ea"/>
        <a:cs typeface="+mn-cs"/>
      </a:defRPr>
    </a:lvl8pPr>
    <a:lvl9pPr marL="3657600" algn="l" defTabSz="914400" rtl="0" eaLnBrk="1" latinLnBrk="0" hangingPunct="1">
      <a:defRPr kern="1200">
        <a:solidFill>
          <a:schemeClr val="tx1"/>
        </a:solidFill>
        <a:latin typeface="Palatino Linotype" panose="02040502050505030304" pitchFamily="18"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500000"/>
    <a:srgbClr val="8D4B39"/>
    <a:srgbClr val="3A12E4"/>
    <a:srgbClr val="AD13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C33B46-8A01-4D00-9C18-428B220E7E67}" v="65" dt="2024-12-01T09:26:11.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718" autoAdjust="0"/>
  </p:normalViewPr>
  <p:slideViewPr>
    <p:cSldViewPr snapToGrid="0">
      <p:cViewPr varScale="1">
        <p:scale>
          <a:sx n="82" d="100"/>
          <a:sy n="82" d="100"/>
        </p:scale>
        <p:origin x="629" y="72"/>
      </p:cViewPr>
      <p:guideLst/>
    </p:cSldViewPr>
  </p:slideViewPr>
  <p:notesTextViewPr>
    <p:cViewPr>
      <p:scale>
        <a:sx n="3" d="2"/>
        <a:sy n="3" d="2"/>
      </p:scale>
      <p:origin x="0" y="0"/>
    </p:cViewPr>
  </p:notesTextViewPr>
  <p:notesViewPr>
    <p:cSldViewPr snapToGrid="0">
      <p:cViewPr varScale="1">
        <p:scale>
          <a:sx n="76" d="100"/>
          <a:sy n="76" d="100"/>
        </p:scale>
        <p:origin x="2538"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FA0FAAA-BB9C-119B-8A4E-3801176A7EE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0BF2D187-831A-3AE0-1D62-0FBA36AAB5C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r>
              <a:rPr lang="en-US"/>
              <a:t>11/26/2024</a:t>
            </a:r>
          </a:p>
        </p:txBody>
      </p:sp>
      <p:sp>
        <p:nvSpPr>
          <p:cNvPr id="4" name="Footer Placeholder 3">
            <a:extLst>
              <a:ext uri="{FF2B5EF4-FFF2-40B4-BE49-F238E27FC236}">
                <a16:creationId xmlns:a16="http://schemas.microsoft.com/office/drawing/2014/main" id="{7EA40126-F2C5-AB6E-698E-F335A1B1A4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5" name="Slide Number Placeholder 4">
            <a:extLst>
              <a:ext uri="{FF2B5EF4-FFF2-40B4-BE49-F238E27FC236}">
                <a16:creationId xmlns:a16="http://schemas.microsoft.com/office/drawing/2014/main" id="{12CC73A0-70E3-7C1A-5A80-4B9187587A35}"/>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entury Gothic" panose="020B0502020202020204" pitchFamily="34" charset="0"/>
              </a:defRPr>
            </a:lvl1pPr>
          </a:lstStyle>
          <a:p>
            <a:pPr>
              <a:defRPr/>
            </a:pPr>
            <a:fld id="{D6F3CF9E-AA85-4B2A-A17A-9ED6753172A4}"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63C1B4-DF5B-3CE5-ECE9-7418CB4DA8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A024BF6D-A097-EFFB-359C-4109CF9BAF5E}"/>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r>
              <a:rPr lang="en-US"/>
              <a:t>11/26/2024</a:t>
            </a:r>
          </a:p>
        </p:txBody>
      </p:sp>
      <p:sp>
        <p:nvSpPr>
          <p:cNvPr id="4" name="Slide Image Placeholder 3">
            <a:extLst>
              <a:ext uri="{FF2B5EF4-FFF2-40B4-BE49-F238E27FC236}">
                <a16:creationId xmlns:a16="http://schemas.microsoft.com/office/drawing/2014/main" id="{4F1A92DF-60EC-7728-E486-E0A81D507467}"/>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C26D4C04-3C87-6018-A20F-9C32DDE20A9F}"/>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C19AFCCA-2A2F-DEAB-E901-962D5A6F3A8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9BF59746-69EA-AA45-8938-0796EDCD9C20}"/>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entury Gothic" panose="020B0502020202020204" pitchFamily="34" charset="0"/>
              </a:defRPr>
            </a:lvl1pPr>
          </a:lstStyle>
          <a:p>
            <a:pPr>
              <a:defRPr/>
            </a:pPr>
            <a:fld id="{7EF66E34-C41F-4822-9B13-2FB28D90AE2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9BDFC8F0-1882-A02C-59F8-E13B276C52B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FE5C47C6-93F2-35F1-2A40-E07624E31DA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10244" name="Slide Number Placeholder 3">
            <a:extLst>
              <a:ext uri="{FF2B5EF4-FFF2-40B4-BE49-F238E27FC236}">
                <a16:creationId xmlns:a16="http://schemas.microsoft.com/office/drawing/2014/main" id="{850076F4-39C5-D4CC-2AFB-60CC7B0B492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Palatino Linotype" panose="02040502050505030304" pitchFamily="18" charset="0"/>
              </a:defRPr>
            </a:lvl1pPr>
            <a:lvl2pPr marL="742950" indent="-285750">
              <a:defRPr>
                <a:solidFill>
                  <a:schemeClr val="tx1"/>
                </a:solidFill>
                <a:latin typeface="Palatino Linotype" panose="02040502050505030304" pitchFamily="18" charset="0"/>
              </a:defRPr>
            </a:lvl2pPr>
            <a:lvl3pPr marL="1143000" indent="-228600">
              <a:defRPr>
                <a:solidFill>
                  <a:schemeClr val="tx1"/>
                </a:solidFill>
                <a:latin typeface="Palatino Linotype" panose="02040502050505030304" pitchFamily="18" charset="0"/>
              </a:defRPr>
            </a:lvl3pPr>
            <a:lvl4pPr marL="1600200" indent="-228600">
              <a:defRPr>
                <a:solidFill>
                  <a:schemeClr val="tx1"/>
                </a:solidFill>
                <a:latin typeface="Palatino Linotype" panose="02040502050505030304" pitchFamily="18" charset="0"/>
              </a:defRPr>
            </a:lvl4pPr>
            <a:lvl5pPr marL="2057400" indent="-228600">
              <a:defRPr>
                <a:solidFill>
                  <a:schemeClr val="tx1"/>
                </a:solidFill>
                <a:latin typeface="Palatino Linotype" panose="02040502050505030304" pitchFamily="18" charset="0"/>
              </a:defRPr>
            </a:lvl5pPr>
            <a:lvl6pPr marL="2514600" indent="-228600" eaLnBrk="0" fontAlgn="base" hangingPunct="0">
              <a:spcBef>
                <a:spcPct val="0"/>
              </a:spcBef>
              <a:spcAft>
                <a:spcPct val="0"/>
              </a:spcAft>
              <a:defRPr>
                <a:solidFill>
                  <a:schemeClr val="tx1"/>
                </a:solidFill>
                <a:latin typeface="Palatino Linotype" panose="02040502050505030304" pitchFamily="18" charset="0"/>
              </a:defRPr>
            </a:lvl6pPr>
            <a:lvl7pPr marL="2971800" indent="-228600" eaLnBrk="0" fontAlgn="base" hangingPunct="0">
              <a:spcBef>
                <a:spcPct val="0"/>
              </a:spcBef>
              <a:spcAft>
                <a:spcPct val="0"/>
              </a:spcAft>
              <a:defRPr>
                <a:solidFill>
                  <a:schemeClr val="tx1"/>
                </a:solidFill>
                <a:latin typeface="Palatino Linotype" panose="02040502050505030304" pitchFamily="18" charset="0"/>
              </a:defRPr>
            </a:lvl7pPr>
            <a:lvl8pPr marL="3429000" indent="-228600" eaLnBrk="0" fontAlgn="base" hangingPunct="0">
              <a:spcBef>
                <a:spcPct val="0"/>
              </a:spcBef>
              <a:spcAft>
                <a:spcPct val="0"/>
              </a:spcAft>
              <a:defRPr>
                <a:solidFill>
                  <a:schemeClr val="tx1"/>
                </a:solidFill>
                <a:latin typeface="Palatino Linotype" panose="02040502050505030304" pitchFamily="18" charset="0"/>
              </a:defRPr>
            </a:lvl8pPr>
            <a:lvl9pPr marL="3886200" indent="-228600" eaLnBrk="0" fontAlgn="base" hangingPunct="0">
              <a:spcBef>
                <a:spcPct val="0"/>
              </a:spcBef>
              <a:spcAft>
                <a:spcPct val="0"/>
              </a:spcAft>
              <a:defRPr>
                <a:solidFill>
                  <a:schemeClr val="tx1"/>
                </a:solidFill>
                <a:latin typeface="Palatino Linotype" panose="02040502050505030304" pitchFamily="18" charset="0"/>
              </a:defRPr>
            </a:lvl9pPr>
          </a:lstStyle>
          <a:p>
            <a:fld id="{61701C23-4DC4-4BEE-801E-994D8A0BCD03}" type="slidenum">
              <a:rPr lang="en-IN" altLang="en-US" smtClean="0">
                <a:latin typeface="Century Gothic" panose="020B0502020202020204" pitchFamily="34" charset="0"/>
              </a:rPr>
              <a:pPr/>
              <a:t>2</a:t>
            </a:fld>
            <a:endParaRPr lang="en-IN" altLang="en-US">
              <a:latin typeface="Century Gothic" panose="020B0502020202020204" pitchFamily="34" charset="0"/>
            </a:endParaRPr>
          </a:p>
        </p:txBody>
      </p:sp>
      <p:sp>
        <p:nvSpPr>
          <p:cNvPr id="2" name="Date Placeholder 1">
            <a:extLst>
              <a:ext uri="{FF2B5EF4-FFF2-40B4-BE49-F238E27FC236}">
                <a16:creationId xmlns:a16="http://schemas.microsoft.com/office/drawing/2014/main" id="{F2A53B4A-E486-25F2-9828-368358944D91}"/>
              </a:ext>
            </a:extLst>
          </p:cNvPr>
          <p:cNvSpPr>
            <a:spLocks noGrp="1"/>
          </p:cNvSpPr>
          <p:nvPr>
            <p:ph type="dt" sz="quarter" idx="1"/>
          </p:nvPr>
        </p:nvSpPr>
        <p:spPr/>
        <p:txBody>
          <a:bodyPr/>
          <a:lstStyle/>
          <a:p>
            <a:pPr>
              <a:defRPr/>
            </a:pPr>
            <a:r>
              <a:rPr lang="en-US"/>
              <a:t>11/26/2024</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B6B140A4-58FF-6294-378E-13A4EDB1C26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a:extLst>
              <a:ext uri="{FF2B5EF4-FFF2-40B4-BE49-F238E27FC236}">
                <a16:creationId xmlns:a16="http://schemas.microsoft.com/office/drawing/2014/main" id="{3098F867-C447-C580-5292-78A0B9287AF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12292" name="Slide Number Placeholder 3">
            <a:extLst>
              <a:ext uri="{FF2B5EF4-FFF2-40B4-BE49-F238E27FC236}">
                <a16:creationId xmlns:a16="http://schemas.microsoft.com/office/drawing/2014/main" id="{496C6A07-E5A1-B0F5-8E57-FCE3D7D69C8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Palatino Linotype" panose="02040502050505030304" pitchFamily="18" charset="0"/>
              </a:defRPr>
            </a:lvl1pPr>
            <a:lvl2pPr marL="742950" indent="-285750">
              <a:defRPr>
                <a:solidFill>
                  <a:schemeClr val="tx1"/>
                </a:solidFill>
                <a:latin typeface="Palatino Linotype" panose="02040502050505030304" pitchFamily="18" charset="0"/>
              </a:defRPr>
            </a:lvl2pPr>
            <a:lvl3pPr marL="1143000" indent="-228600">
              <a:defRPr>
                <a:solidFill>
                  <a:schemeClr val="tx1"/>
                </a:solidFill>
                <a:latin typeface="Palatino Linotype" panose="02040502050505030304" pitchFamily="18" charset="0"/>
              </a:defRPr>
            </a:lvl3pPr>
            <a:lvl4pPr marL="1600200" indent="-228600">
              <a:defRPr>
                <a:solidFill>
                  <a:schemeClr val="tx1"/>
                </a:solidFill>
                <a:latin typeface="Palatino Linotype" panose="02040502050505030304" pitchFamily="18" charset="0"/>
              </a:defRPr>
            </a:lvl4pPr>
            <a:lvl5pPr marL="2057400" indent="-228600">
              <a:defRPr>
                <a:solidFill>
                  <a:schemeClr val="tx1"/>
                </a:solidFill>
                <a:latin typeface="Palatino Linotype" panose="02040502050505030304" pitchFamily="18" charset="0"/>
              </a:defRPr>
            </a:lvl5pPr>
            <a:lvl6pPr marL="2514600" indent="-228600" eaLnBrk="0" fontAlgn="base" hangingPunct="0">
              <a:spcBef>
                <a:spcPct val="0"/>
              </a:spcBef>
              <a:spcAft>
                <a:spcPct val="0"/>
              </a:spcAft>
              <a:defRPr>
                <a:solidFill>
                  <a:schemeClr val="tx1"/>
                </a:solidFill>
                <a:latin typeface="Palatino Linotype" panose="02040502050505030304" pitchFamily="18" charset="0"/>
              </a:defRPr>
            </a:lvl6pPr>
            <a:lvl7pPr marL="2971800" indent="-228600" eaLnBrk="0" fontAlgn="base" hangingPunct="0">
              <a:spcBef>
                <a:spcPct val="0"/>
              </a:spcBef>
              <a:spcAft>
                <a:spcPct val="0"/>
              </a:spcAft>
              <a:defRPr>
                <a:solidFill>
                  <a:schemeClr val="tx1"/>
                </a:solidFill>
                <a:latin typeface="Palatino Linotype" panose="02040502050505030304" pitchFamily="18" charset="0"/>
              </a:defRPr>
            </a:lvl7pPr>
            <a:lvl8pPr marL="3429000" indent="-228600" eaLnBrk="0" fontAlgn="base" hangingPunct="0">
              <a:spcBef>
                <a:spcPct val="0"/>
              </a:spcBef>
              <a:spcAft>
                <a:spcPct val="0"/>
              </a:spcAft>
              <a:defRPr>
                <a:solidFill>
                  <a:schemeClr val="tx1"/>
                </a:solidFill>
                <a:latin typeface="Palatino Linotype" panose="02040502050505030304" pitchFamily="18" charset="0"/>
              </a:defRPr>
            </a:lvl8pPr>
            <a:lvl9pPr marL="3886200" indent="-228600" eaLnBrk="0" fontAlgn="base" hangingPunct="0">
              <a:spcBef>
                <a:spcPct val="0"/>
              </a:spcBef>
              <a:spcAft>
                <a:spcPct val="0"/>
              </a:spcAft>
              <a:defRPr>
                <a:solidFill>
                  <a:schemeClr val="tx1"/>
                </a:solidFill>
                <a:latin typeface="Palatino Linotype" panose="02040502050505030304" pitchFamily="18" charset="0"/>
              </a:defRPr>
            </a:lvl9pPr>
          </a:lstStyle>
          <a:p>
            <a:fld id="{9264D63E-9152-42A5-8C30-ED6A610271C8}" type="slidenum">
              <a:rPr lang="en-US" altLang="en-US" smtClean="0">
                <a:latin typeface="Century Gothic" panose="020B0502020202020204" pitchFamily="34" charset="0"/>
              </a:rPr>
              <a:pPr/>
              <a:t>3</a:t>
            </a:fld>
            <a:endParaRPr lang="en-US" altLang="en-US">
              <a:latin typeface="Century Gothic" panose="020B0502020202020204" pitchFamily="34" charset="0"/>
            </a:endParaRPr>
          </a:p>
        </p:txBody>
      </p:sp>
      <p:sp>
        <p:nvSpPr>
          <p:cNvPr id="2" name="Date Placeholder 1">
            <a:extLst>
              <a:ext uri="{FF2B5EF4-FFF2-40B4-BE49-F238E27FC236}">
                <a16:creationId xmlns:a16="http://schemas.microsoft.com/office/drawing/2014/main" id="{09130B02-C9FE-3909-18AC-FD115229831C}"/>
              </a:ext>
            </a:extLst>
          </p:cNvPr>
          <p:cNvSpPr>
            <a:spLocks noGrp="1"/>
          </p:cNvSpPr>
          <p:nvPr>
            <p:ph type="dt" sz="quarter" idx="1"/>
          </p:nvPr>
        </p:nvSpPr>
        <p:spPr/>
        <p:txBody>
          <a:bodyPr/>
          <a:lstStyle/>
          <a:p>
            <a:pPr>
              <a:defRPr/>
            </a:pPr>
            <a:r>
              <a:rPr lang="en-US"/>
              <a:t>11/26/2024</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4C288DB3-0EBB-D65A-221A-92685A0DC4A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a:extLst>
              <a:ext uri="{FF2B5EF4-FFF2-40B4-BE49-F238E27FC236}">
                <a16:creationId xmlns:a16="http://schemas.microsoft.com/office/drawing/2014/main" id="{CE38BF49-A87C-CB6C-F920-040D6088E52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15364" name="Slide Number Placeholder 3">
            <a:extLst>
              <a:ext uri="{FF2B5EF4-FFF2-40B4-BE49-F238E27FC236}">
                <a16:creationId xmlns:a16="http://schemas.microsoft.com/office/drawing/2014/main" id="{4BBF62D3-6434-2859-7678-4854B70C29C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Palatino Linotype" panose="02040502050505030304" pitchFamily="18" charset="0"/>
              </a:defRPr>
            </a:lvl1pPr>
            <a:lvl2pPr marL="742950" indent="-285750">
              <a:defRPr>
                <a:solidFill>
                  <a:schemeClr val="tx1"/>
                </a:solidFill>
                <a:latin typeface="Palatino Linotype" panose="02040502050505030304" pitchFamily="18" charset="0"/>
              </a:defRPr>
            </a:lvl2pPr>
            <a:lvl3pPr marL="1143000" indent="-228600">
              <a:defRPr>
                <a:solidFill>
                  <a:schemeClr val="tx1"/>
                </a:solidFill>
                <a:latin typeface="Palatino Linotype" panose="02040502050505030304" pitchFamily="18" charset="0"/>
              </a:defRPr>
            </a:lvl3pPr>
            <a:lvl4pPr marL="1600200" indent="-228600">
              <a:defRPr>
                <a:solidFill>
                  <a:schemeClr val="tx1"/>
                </a:solidFill>
                <a:latin typeface="Palatino Linotype" panose="02040502050505030304" pitchFamily="18" charset="0"/>
              </a:defRPr>
            </a:lvl4pPr>
            <a:lvl5pPr marL="2057400" indent="-228600">
              <a:defRPr>
                <a:solidFill>
                  <a:schemeClr val="tx1"/>
                </a:solidFill>
                <a:latin typeface="Palatino Linotype" panose="02040502050505030304" pitchFamily="18" charset="0"/>
              </a:defRPr>
            </a:lvl5pPr>
            <a:lvl6pPr marL="2514600" indent="-228600" eaLnBrk="0" fontAlgn="base" hangingPunct="0">
              <a:spcBef>
                <a:spcPct val="0"/>
              </a:spcBef>
              <a:spcAft>
                <a:spcPct val="0"/>
              </a:spcAft>
              <a:defRPr>
                <a:solidFill>
                  <a:schemeClr val="tx1"/>
                </a:solidFill>
                <a:latin typeface="Palatino Linotype" panose="02040502050505030304" pitchFamily="18" charset="0"/>
              </a:defRPr>
            </a:lvl6pPr>
            <a:lvl7pPr marL="2971800" indent="-228600" eaLnBrk="0" fontAlgn="base" hangingPunct="0">
              <a:spcBef>
                <a:spcPct val="0"/>
              </a:spcBef>
              <a:spcAft>
                <a:spcPct val="0"/>
              </a:spcAft>
              <a:defRPr>
                <a:solidFill>
                  <a:schemeClr val="tx1"/>
                </a:solidFill>
                <a:latin typeface="Palatino Linotype" panose="02040502050505030304" pitchFamily="18" charset="0"/>
              </a:defRPr>
            </a:lvl7pPr>
            <a:lvl8pPr marL="3429000" indent="-228600" eaLnBrk="0" fontAlgn="base" hangingPunct="0">
              <a:spcBef>
                <a:spcPct val="0"/>
              </a:spcBef>
              <a:spcAft>
                <a:spcPct val="0"/>
              </a:spcAft>
              <a:defRPr>
                <a:solidFill>
                  <a:schemeClr val="tx1"/>
                </a:solidFill>
                <a:latin typeface="Palatino Linotype" panose="02040502050505030304" pitchFamily="18" charset="0"/>
              </a:defRPr>
            </a:lvl8pPr>
            <a:lvl9pPr marL="3886200" indent="-228600" eaLnBrk="0" fontAlgn="base" hangingPunct="0">
              <a:spcBef>
                <a:spcPct val="0"/>
              </a:spcBef>
              <a:spcAft>
                <a:spcPct val="0"/>
              </a:spcAft>
              <a:defRPr>
                <a:solidFill>
                  <a:schemeClr val="tx1"/>
                </a:solidFill>
                <a:latin typeface="Palatino Linotype" panose="02040502050505030304" pitchFamily="18" charset="0"/>
              </a:defRPr>
            </a:lvl9pPr>
          </a:lstStyle>
          <a:p>
            <a:fld id="{7F04C270-959D-4981-8D25-CD46B6F6C844}" type="slidenum">
              <a:rPr lang="en-US" altLang="en-US" smtClean="0">
                <a:latin typeface="Century Gothic" panose="020B0502020202020204" pitchFamily="34" charset="0"/>
              </a:rPr>
              <a:pPr/>
              <a:t>5</a:t>
            </a:fld>
            <a:endParaRPr lang="en-US" altLang="en-US">
              <a:latin typeface="Century Gothic" panose="020B0502020202020204" pitchFamily="34" charset="0"/>
            </a:endParaRPr>
          </a:p>
        </p:txBody>
      </p:sp>
      <p:sp>
        <p:nvSpPr>
          <p:cNvPr id="2" name="Date Placeholder 1">
            <a:extLst>
              <a:ext uri="{FF2B5EF4-FFF2-40B4-BE49-F238E27FC236}">
                <a16:creationId xmlns:a16="http://schemas.microsoft.com/office/drawing/2014/main" id="{C53C8B26-2D7E-2EFE-7355-4B975682D434}"/>
              </a:ext>
            </a:extLst>
          </p:cNvPr>
          <p:cNvSpPr>
            <a:spLocks noGrp="1"/>
          </p:cNvSpPr>
          <p:nvPr>
            <p:ph type="dt" sz="quarter" idx="1"/>
          </p:nvPr>
        </p:nvSpPr>
        <p:spPr/>
        <p:txBody>
          <a:bodyPr/>
          <a:lstStyle/>
          <a:p>
            <a:pPr>
              <a:defRPr/>
            </a:pPr>
            <a:r>
              <a:rPr lang="en-US"/>
              <a:t>11/26/2024</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C8D4F2F4-8EEB-262C-4C8A-536F7BC49F9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C720B8BF-7232-A1AA-135F-B4A099CE070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19460" name="Slide Number Placeholder 3">
            <a:extLst>
              <a:ext uri="{FF2B5EF4-FFF2-40B4-BE49-F238E27FC236}">
                <a16:creationId xmlns:a16="http://schemas.microsoft.com/office/drawing/2014/main" id="{8A1633BD-556E-80F2-84E8-B1E92C32DFE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Palatino Linotype" panose="02040502050505030304" pitchFamily="18" charset="0"/>
              </a:defRPr>
            </a:lvl1pPr>
            <a:lvl2pPr marL="742950" indent="-285750">
              <a:defRPr>
                <a:solidFill>
                  <a:schemeClr val="tx1"/>
                </a:solidFill>
                <a:latin typeface="Palatino Linotype" panose="02040502050505030304" pitchFamily="18" charset="0"/>
              </a:defRPr>
            </a:lvl2pPr>
            <a:lvl3pPr marL="1143000" indent="-228600">
              <a:defRPr>
                <a:solidFill>
                  <a:schemeClr val="tx1"/>
                </a:solidFill>
                <a:latin typeface="Palatino Linotype" panose="02040502050505030304" pitchFamily="18" charset="0"/>
              </a:defRPr>
            </a:lvl3pPr>
            <a:lvl4pPr marL="1600200" indent="-228600">
              <a:defRPr>
                <a:solidFill>
                  <a:schemeClr val="tx1"/>
                </a:solidFill>
                <a:latin typeface="Palatino Linotype" panose="02040502050505030304" pitchFamily="18" charset="0"/>
              </a:defRPr>
            </a:lvl4pPr>
            <a:lvl5pPr marL="2057400" indent="-228600">
              <a:defRPr>
                <a:solidFill>
                  <a:schemeClr val="tx1"/>
                </a:solidFill>
                <a:latin typeface="Palatino Linotype" panose="02040502050505030304" pitchFamily="18" charset="0"/>
              </a:defRPr>
            </a:lvl5pPr>
            <a:lvl6pPr marL="2514600" indent="-228600" eaLnBrk="0" fontAlgn="base" hangingPunct="0">
              <a:spcBef>
                <a:spcPct val="0"/>
              </a:spcBef>
              <a:spcAft>
                <a:spcPct val="0"/>
              </a:spcAft>
              <a:defRPr>
                <a:solidFill>
                  <a:schemeClr val="tx1"/>
                </a:solidFill>
                <a:latin typeface="Palatino Linotype" panose="02040502050505030304" pitchFamily="18" charset="0"/>
              </a:defRPr>
            </a:lvl6pPr>
            <a:lvl7pPr marL="2971800" indent="-228600" eaLnBrk="0" fontAlgn="base" hangingPunct="0">
              <a:spcBef>
                <a:spcPct val="0"/>
              </a:spcBef>
              <a:spcAft>
                <a:spcPct val="0"/>
              </a:spcAft>
              <a:defRPr>
                <a:solidFill>
                  <a:schemeClr val="tx1"/>
                </a:solidFill>
                <a:latin typeface="Palatino Linotype" panose="02040502050505030304" pitchFamily="18" charset="0"/>
              </a:defRPr>
            </a:lvl7pPr>
            <a:lvl8pPr marL="3429000" indent="-228600" eaLnBrk="0" fontAlgn="base" hangingPunct="0">
              <a:spcBef>
                <a:spcPct val="0"/>
              </a:spcBef>
              <a:spcAft>
                <a:spcPct val="0"/>
              </a:spcAft>
              <a:defRPr>
                <a:solidFill>
                  <a:schemeClr val="tx1"/>
                </a:solidFill>
                <a:latin typeface="Palatino Linotype" panose="02040502050505030304" pitchFamily="18" charset="0"/>
              </a:defRPr>
            </a:lvl8pPr>
            <a:lvl9pPr marL="3886200" indent="-228600" eaLnBrk="0" fontAlgn="base" hangingPunct="0">
              <a:spcBef>
                <a:spcPct val="0"/>
              </a:spcBef>
              <a:spcAft>
                <a:spcPct val="0"/>
              </a:spcAft>
              <a:defRPr>
                <a:solidFill>
                  <a:schemeClr val="tx1"/>
                </a:solidFill>
                <a:latin typeface="Palatino Linotype" panose="02040502050505030304" pitchFamily="18" charset="0"/>
              </a:defRPr>
            </a:lvl9pPr>
          </a:lstStyle>
          <a:p>
            <a:fld id="{03DABE8C-0856-4BC9-8FC1-001A23BBDA50}" type="slidenum">
              <a:rPr lang="en-US" altLang="en-US" smtClean="0">
                <a:latin typeface="Century Gothic" panose="020B0502020202020204" pitchFamily="34" charset="0"/>
              </a:rPr>
              <a:pPr/>
              <a:t>7</a:t>
            </a:fld>
            <a:endParaRPr lang="en-US" altLang="en-US">
              <a:latin typeface="Century Gothic" panose="020B0502020202020204" pitchFamily="34" charset="0"/>
            </a:endParaRPr>
          </a:p>
        </p:txBody>
      </p:sp>
      <p:sp>
        <p:nvSpPr>
          <p:cNvPr id="2" name="Date Placeholder 1">
            <a:extLst>
              <a:ext uri="{FF2B5EF4-FFF2-40B4-BE49-F238E27FC236}">
                <a16:creationId xmlns:a16="http://schemas.microsoft.com/office/drawing/2014/main" id="{47250B4B-5210-9889-648B-2B2BE2B2AAEA}"/>
              </a:ext>
            </a:extLst>
          </p:cNvPr>
          <p:cNvSpPr>
            <a:spLocks noGrp="1"/>
          </p:cNvSpPr>
          <p:nvPr>
            <p:ph type="dt" sz="quarter" idx="1"/>
          </p:nvPr>
        </p:nvSpPr>
        <p:spPr/>
        <p:txBody>
          <a:bodyPr/>
          <a:lstStyle/>
          <a:p>
            <a:pPr>
              <a:defRPr/>
            </a:pPr>
            <a:r>
              <a:rPr lang="en-US"/>
              <a:t>11/26/2024</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F43662B-76B5-16B0-C73D-FDACCD25339C}"/>
              </a:ext>
            </a:extLst>
          </p:cNvPr>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useBgFill="1">
        <p:nvSpPr>
          <p:cNvPr id="3" name="Rounded Rectangle 12">
            <a:extLst>
              <a:ext uri="{FF2B5EF4-FFF2-40B4-BE49-F238E27FC236}">
                <a16:creationId xmlns:a16="http://schemas.microsoft.com/office/drawing/2014/main" id="{8CB358AD-F55E-C4DD-F288-2F1E5DC7A7AA}"/>
              </a:ext>
            </a:extLst>
          </p:cNvPr>
          <p:cNvSpPr/>
          <p:nvPr/>
        </p:nvSpPr>
        <p:spPr>
          <a:xfrm>
            <a:off x="87313" y="69850"/>
            <a:ext cx="1201737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A4180765-9893-8448-8113-53797CAEA853}"/>
              </a:ext>
            </a:extLst>
          </p:cNvPr>
          <p:cNvSpPr/>
          <p:nvPr/>
        </p:nvSpPr>
        <p:spPr bwMode="ltGray">
          <a:xfrm>
            <a:off x="84138" y="1449388"/>
            <a:ext cx="12028487" cy="1527175"/>
          </a:xfrm>
          <a:prstGeom prst="rect">
            <a:avLst/>
          </a:prstGeom>
          <a:solidFill>
            <a:schemeClr val="bg2">
              <a:lumMod val="5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A2235397-8EEF-B331-736D-BB48818B0BBA}"/>
              </a:ext>
            </a:extLst>
          </p:cNvPr>
          <p:cNvSpPr/>
          <p:nvPr/>
        </p:nvSpPr>
        <p:spPr>
          <a:xfrm>
            <a:off x="84138" y="1397000"/>
            <a:ext cx="12028487" cy="120650"/>
          </a:xfrm>
          <a:prstGeom prst="rect">
            <a:avLst/>
          </a:prstGeom>
          <a:solidFill>
            <a:schemeClr val="bg2">
              <a:lumMod val="75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50FEB877-23D9-FD0D-EA08-02DF86D9C3B0}"/>
              </a:ext>
            </a:extLst>
          </p:cNvPr>
          <p:cNvSpPr/>
          <p:nvPr/>
        </p:nvSpPr>
        <p:spPr>
          <a:xfrm>
            <a:off x="84138" y="2976563"/>
            <a:ext cx="12028487" cy="111125"/>
          </a:xfrm>
          <a:prstGeom prst="rect">
            <a:avLst/>
          </a:prstGeom>
          <a:solidFill>
            <a:schemeClr val="bg2"/>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chemeClr val="bg1"/>
                </a:solidFill>
              </a:defRPr>
            </a:lvl1pPr>
          </a:lstStyle>
          <a:p>
            <a:r>
              <a:rPr lang="en-US"/>
              <a:t>Click to edit Master title style</a:t>
            </a:r>
            <a:endParaRPr lang="en-US" dirty="0"/>
          </a:p>
        </p:txBody>
      </p:sp>
      <p:sp>
        <p:nvSpPr>
          <p:cNvPr id="7" name="Date Placeholder 27">
            <a:extLst>
              <a:ext uri="{FF2B5EF4-FFF2-40B4-BE49-F238E27FC236}">
                <a16:creationId xmlns:a16="http://schemas.microsoft.com/office/drawing/2014/main" id="{BEA33029-7418-4E27-4D3E-3C56D472F9A1}"/>
              </a:ext>
            </a:extLst>
          </p:cNvPr>
          <p:cNvSpPr>
            <a:spLocks noGrp="1"/>
          </p:cNvSpPr>
          <p:nvPr>
            <p:ph type="dt" sz="half" idx="10"/>
          </p:nvPr>
        </p:nvSpPr>
        <p:spPr/>
        <p:txBody>
          <a:bodyPr/>
          <a:lstStyle>
            <a:lvl1pPr>
              <a:defRPr/>
            </a:lvl1pPr>
          </a:lstStyle>
          <a:p>
            <a:pPr>
              <a:defRPr/>
            </a:pPr>
            <a:r>
              <a:rPr lang="en-US"/>
              <a:t>Wednesday, November 26, 2024</a:t>
            </a:r>
          </a:p>
        </p:txBody>
      </p:sp>
      <p:sp>
        <p:nvSpPr>
          <p:cNvPr id="10" name="Footer Placeholder 16">
            <a:extLst>
              <a:ext uri="{FF2B5EF4-FFF2-40B4-BE49-F238E27FC236}">
                <a16:creationId xmlns:a16="http://schemas.microsoft.com/office/drawing/2014/main" id="{CCA4AB1C-46EE-E595-EB7E-8B413F714176}"/>
              </a:ext>
            </a:extLst>
          </p:cNvPr>
          <p:cNvSpPr>
            <a:spLocks noGrp="1"/>
          </p:cNvSpPr>
          <p:nvPr>
            <p:ph type="ftr" sz="quarter" idx="11"/>
          </p:nvPr>
        </p:nvSpPr>
        <p:spPr/>
        <p:txBody>
          <a:bodyPr/>
          <a:lstStyle>
            <a:lvl1pPr>
              <a:defRPr/>
            </a:lvl1pPr>
          </a:lstStyle>
          <a:p>
            <a:pPr>
              <a:defRPr/>
            </a:pPr>
            <a:r>
              <a:rPr lang="en-US"/>
              <a:t>Final Review</a:t>
            </a:r>
          </a:p>
        </p:txBody>
      </p:sp>
      <p:sp>
        <p:nvSpPr>
          <p:cNvPr id="11" name="Slide Number Placeholder 28">
            <a:extLst>
              <a:ext uri="{FF2B5EF4-FFF2-40B4-BE49-F238E27FC236}">
                <a16:creationId xmlns:a16="http://schemas.microsoft.com/office/drawing/2014/main" id="{E0FDE108-5CE0-EF87-AC8E-6C7090899911}"/>
              </a:ext>
            </a:extLst>
          </p:cNvPr>
          <p:cNvSpPr>
            <a:spLocks noGrp="1"/>
          </p:cNvSpPr>
          <p:nvPr>
            <p:ph type="sldNum" sz="quarter" idx="12"/>
          </p:nvPr>
        </p:nvSpPr>
        <p:spPr/>
        <p:txBody>
          <a:bodyPr/>
          <a:lstStyle>
            <a:lvl1pPr>
              <a:defRPr>
                <a:solidFill>
                  <a:srgbClr val="FFFFFF"/>
                </a:solidFill>
              </a:defRPr>
            </a:lvl1pPr>
          </a:lstStyle>
          <a:p>
            <a:pPr>
              <a:defRPr/>
            </a:pPr>
            <a:fld id="{D8DFD629-C138-4A63-9E9D-C349623F7B22}" type="slidenum">
              <a:rPr lang="en-US" altLang="en-US"/>
              <a:pPr>
                <a:defRPr/>
              </a:pPr>
              <a:t>‹#›</a:t>
            </a:fld>
            <a:endParaRPr lang="en-US" altLang="en-US"/>
          </a:p>
        </p:txBody>
      </p:sp>
    </p:spTree>
    <p:extLst>
      <p:ext uri="{BB962C8B-B14F-4D97-AF65-F5344CB8AC3E}">
        <p14:creationId xmlns:p14="http://schemas.microsoft.com/office/powerpoint/2010/main" val="2317404515"/>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Content Placeholder 7"/>
          <p:cNvSpPr>
            <a:spLocks noGrp="1"/>
          </p:cNvSpPr>
          <p:nvPr>
            <p:ph sz="quarter" idx="1"/>
          </p:nvPr>
        </p:nvSpPr>
        <p:spPr>
          <a:xfrm>
            <a:off x="1219200" y="1447800"/>
            <a:ext cx="10363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CAFE6BBE-965D-1062-8A20-4CB1FA7B8E08}"/>
              </a:ext>
            </a:extLst>
          </p:cNvPr>
          <p:cNvSpPr>
            <a:spLocks noGrp="1"/>
          </p:cNvSpPr>
          <p:nvPr>
            <p:ph type="dt" sz="half" idx="10"/>
          </p:nvPr>
        </p:nvSpPr>
        <p:spPr/>
        <p:txBody>
          <a:bodyPr/>
          <a:lstStyle>
            <a:lvl1pPr>
              <a:defRPr/>
            </a:lvl1pPr>
          </a:lstStyle>
          <a:p>
            <a:pPr>
              <a:defRPr/>
            </a:pPr>
            <a:r>
              <a:rPr lang="en-US"/>
              <a:t>Wednesday, November 26, 2024</a:t>
            </a:r>
          </a:p>
        </p:txBody>
      </p:sp>
      <p:sp>
        <p:nvSpPr>
          <p:cNvPr id="4" name="Footer Placeholder 2">
            <a:extLst>
              <a:ext uri="{FF2B5EF4-FFF2-40B4-BE49-F238E27FC236}">
                <a16:creationId xmlns:a16="http://schemas.microsoft.com/office/drawing/2014/main" id="{C70FC39E-1921-C87F-6AE2-DF776642F46D}"/>
              </a:ext>
            </a:extLst>
          </p:cNvPr>
          <p:cNvSpPr>
            <a:spLocks noGrp="1"/>
          </p:cNvSpPr>
          <p:nvPr>
            <p:ph type="ftr" sz="quarter" idx="11"/>
          </p:nvPr>
        </p:nvSpPr>
        <p:spPr/>
        <p:txBody>
          <a:bodyPr/>
          <a:lstStyle>
            <a:lvl1pPr>
              <a:defRPr/>
            </a:lvl1pPr>
          </a:lstStyle>
          <a:p>
            <a:pPr>
              <a:defRPr/>
            </a:pPr>
            <a:r>
              <a:rPr lang="en-US"/>
              <a:t>Final Review</a:t>
            </a:r>
          </a:p>
        </p:txBody>
      </p:sp>
      <p:sp>
        <p:nvSpPr>
          <p:cNvPr id="5" name="Slide Number Placeholder 22">
            <a:extLst>
              <a:ext uri="{FF2B5EF4-FFF2-40B4-BE49-F238E27FC236}">
                <a16:creationId xmlns:a16="http://schemas.microsoft.com/office/drawing/2014/main" id="{74FC7EA2-6143-704E-260B-DD4BE648285C}"/>
              </a:ext>
            </a:extLst>
          </p:cNvPr>
          <p:cNvSpPr>
            <a:spLocks noGrp="1"/>
          </p:cNvSpPr>
          <p:nvPr>
            <p:ph type="sldNum" sz="quarter" idx="12"/>
          </p:nvPr>
        </p:nvSpPr>
        <p:spPr>
          <a:ln/>
        </p:spPr>
        <p:txBody>
          <a:bodyPr/>
          <a:lstStyle>
            <a:lvl1pPr>
              <a:defRPr/>
            </a:lvl1pPr>
          </a:lstStyle>
          <a:p>
            <a:pPr>
              <a:defRPr/>
            </a:pPr>
            <a:fld id="{3AA2B866-DF31-4717-B83D-C2EF40188F67}" type="slidenum">
              <a:rPr lang="en-US" altLang="en-US"/>
              <a:pPr>
                <a:defRPr/>
              </a:pPr>
              <a:t>‹#›</a:t>
            </a:fld>
            <a:endParaRPr lang="en-US" altLang="en-US"/>
          </a:p>
        </p:txBody>
      </p:sp>
    </p:spTree>
    <p:extLst>
      <p:ext uri="{BB962C8B-B14F-4D97-AF65-F5344CB8AC3E}">
        <p14:creationId xmlns:p14="http://schemas.microsoft.com/office/powerpoint/2010/main" val="1922045189"/>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B379604-897A-F532-1E08-3D858A3ABCB6}"/>
              </a:ext>
            </a:extLst>
          </p:cNvPr>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useBgFill="1">
        <p:nvSpPr>
          <p:cNvPr id="5" name="Rounded Rectangle 9">
            <a:extLst>
              <a:ext uri="{FF2B5EF4-FFF2-40B4-BE49-F238E27FC236}">
                <a16:creationId xmlns:a16="http://schemas.microsoft.com/office/drawing/2014/main" id="{E6C14606-A1DC-8EBF-5120-6A456F4F1AC8}"/>
              </a:ext>
            </a:extLst>
          </p:cNvPr>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EDCE739C-BA7B-D3ED-EC5B-53EF0D061CC4}"/>
              </a:ext>
            </a:extLst>
          </p:cNvPr>
          <p:cNvSpPr/>
          <p:nvPr/>
        </p:nvSpPr>
        <p:spPr>
          <a:xfrm flipV="1">
            <a:off x="92075" y="2376488"/>
            <a:ext cx="12018963"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72E2BBF1-2530-E105-60CA-9EB53BD7DEB3}"/>
              </a:ext>
            </a:extLst>
          </p:cNvPr>
          <p:cNvSpPr/>
          <p:nvPr/>
        </p:nvSpPr>
        <p:spPr>
          <a:xfrm>
            <a:off x="92075" y="2341563"/>
            <a:ext cx="12018963"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4815D293-DCB5-97D4-82AD-B49214CFA9C5}"/>
              </a:ext>
            </a:extLst>
          </p:cNvPr>
          <p:cNvSpPr/>
          <p:nvPr/>
        </p:nvSpPr>
        <p:spPr>
          <a:xfrm>
            <a:off x="90488" y="2468563"/>
            <a:ext cx="12020550"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 name="Text Placeholder 2"/>
          <p:cNvSpPr>
            <a:spLocks noGrp="1"/>
          </p:cNvSpPr>
          <p:nvPr>
            <p:ph type="body" idx="1"/>
          </p:nvPr>
        </p:nvSpPr>
        <p:spPr>
          <a:xfrm>
            <a:off x="963084" y="2547938"/>
            <a:ext cx="103632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963084" y="952501"/>
            <a:ext cx="10363200" cy="1362075"/>
          </a:xfrm>
        </p:spPr>
        <p:txBody>
          <a:bodyPr/>
          <a:lstStyle>
            <a:lvl1pPr algn="l">
              <a:buNone/>
              <a:defRPr sz="4000" b="0" cap="none"/>
            </a:lvl1pPr>
          </a:lstStyle>
          <a:p>
            <a:r>
              <a:rPr lang="en-US"/>
              <a:t>Click to edit Master title style</a:t>
            </a:r>
          </a:p>
        </p:txBody>
      </p:sp>
      <p:sp>
        <p:nvSpPr>
          <p:cNvPr id="9" name="Date Placeholder 3">
            <a:extLst>
              <a:ext uri="{FF2B5EF4-FFF2-40B4-BE49-F238E27FC236}">
                <a16:creationId xmlns:a16="http://schemas.microsoft.com/office/drawing/2014/main" id="{4762BFF1-1648-1EB0-F416-48BAF5B6F15B}"/>
              </a:ext>
            </a:extLst>
          </p:cNvPr>
          <p:cNvSpPr>
            <a:spLocks noGrp="1"/>
          </p:cNvSpPr>
          <p:nvPr>
            <p:ph type="dt" sz="half" idx="10"/>
          </p:nvPr>
        </p:nvSpPr>
        <p:spPr/>
        <p:txBody>
          <a:bodyPr/>
          <a:lstStyle>
            <a:lvl1pPr>
              <a:defRPr/>
            </a:lvl1pPr>
          </a:lstStyle>
          <a:p>
            <a:pPr>
              <a:defRPr/>
            </a:pPr>
            <a:r>
              <a:rPr lang="en-US"/>
              <a:t>Wednesday, November 26, 2024</a:t>
            </a:r>
          </a:p>
        </p:txBody>
      </p:sp>
      <p:sp>
        <p:nvSpPr>
          <p:cNvPr id="10" name="Footer Placeholder 4">
            <a:extLst>
              <a:ext uri="{FF2B5EF4-FFF2-40B4-BE49-F238E27FC236}">
                <a16:creationId xmlns:a16="http://schemas.microsoft.com/office/drawing/2014/main" id="{2A7A1F52-51A5-28F6-6C5B-1BC9E59C7AA8}"/>
              </a:ext>
            </a:extLst>
          </p:cNvPr>
          <p:cNvSpPr>
            <a:spLocks noGrp="1"/>
          </p:cNvSpPr>
          <p:nvPr>
            <p:ph type="ftr" sz="quarter" idx="11"/>
          </p:nvPr>
        </p:nvSpPr>
        <p:spPr>
          <a:xfrm>
            <a:off x="1066800" y="6172200"/>
            <a:ext cx="5334000" cy="457200"/>
          </a:xfrm>
        </p:spPr>
        <p:txBody>
          <a:bodyPr/>
          <a:lstStyle>
            <a:lvl1pPr>
              <a:defRPr/>
            </a:lvl1pPr>
          </a:lstStyle>
          <a:p>
            <a:pPr>
              <a:defRPr/>
            </a:pPr>
            <a:r>
              <a:rPr lang="en-US"/>
              <a:t>Final Review</a:t>
            </a:r>
          </a:p>
        </p:txBody>
      </p:sp>
      <p:sp>
        <p:nvSpPr>
          <p:cNvPr id="11" name="Slide Number Placeholder 5">
            <a:extLst>
              <a:ext uri="{FF2B5EF4-FFF2-40B4-BE49-F238E27FC236}">
                <a16:creationId xmlns:a16="http://schemas.microsoft.com/office/drawing/2014/main" id="{797CAD7C-E95D-8230-D1CD-F1E59BF308F8}"/>
              </a:ext>
            </a:extLst>
          </p:cNvPr>
          <p:cNvSpPr>
            <a:spLocks noGrp="1"/>
          </p:cNvSpPr>
          <p:nvPr>
            <p:ph type="sldNum" sz="quarter" idx="12"/>
          </p:nvPr>
        </p:nvSpPr>
        <p:spPr>
          <a:xfrm>
            <a:off x="195263" y="6208713"/>
            <a:ext cx="609600" cy="457200"/>
          </a:xfrm>
        </p:spPr>
        <p:txBody>
          <a:bodyPr/>
          <a:lstStyle>
            <a:lvl1pPr>
              <a:defRPr/>
            </a:lvl1pPr>
          </a:lstStyle>
          <a:p>
            <a:pPr>
              <a:defRPr/>
            </a:pPr>
            <a:fld id="{4ADD4E64-3883-4332-BFB9-3618CF1BD9A9}" type="slidenum">
              <a:rPr lang="en-US" altLang="en-US"/>
              <a:pPr>
                <a:defRPr/>
              </a:pPr>
              <a:t>‹#›</a:t>
            </a:fld>
            <a:endParaRPr lang="en-US" altLang="en-US"/>
          </a:p>
        </p:txBody>
      </p:sp>
    </p:spTree>
    <p:extLst>
      <p:ext uri="{BB962C8B-B14F-4D97-AF65-F5344CB8AC3E}">
        <p14:creationId xmlns:p14="http://schemas.microsoft.com/office/powerpoint/2010/main" val="3732132537"/>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2"/>
          </p:nvPr>
        </p:nvSpPr>
        <p:spPr>
          <a:xfrm>
            <a:off x="6578600" y="1447800"/>
            <a:ext cx="49987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
          </p:nvPr>
        </p:nvSpPr>
        <p:spPr>
          <a:xfrm>
            <a:off x="1219200" y="1447800"/>
            <a:ext cx="49987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590DA4A1-03B6-8368-854D-5E53F1B69AB1}"/>
              </a:ext>
            </a:extLst>
          </p:cNvPr>
          <p:cNvSpPr>
            <a:spLocks noGrp="1"/>
          </p:cNvSpPr>
          <p:nvPr>
            <p:ph type="dt" sz="half" idx="10"/>
          </p:nvPr>
        </p:nvSpPr>
        <p:spPr/>
        <p:txBody>
          <a:bodyPr/>
          <a:lstStyle>
            <a:lvl1pPr>
              <a:defRPr/>
            </a:lvl1pPr>
          </a:lstStyle>
          <a:p>
            <a:pPr>
              <a:defRPr/>
            </a:pPr>
            <a:r>
              <a:rPr lang="en-US"/>
              <a:t>Wednesday, November 26, 2024</a:t>
            </a:r>
          </a:p>
        </p:txBody>
      </p:sp>
      <p:sp>
        <p:nvSpPr>
          <p:cNvPr id="4" name="Footer Placeholder 2">
            <a:extLst>
              <a:ext uri="{FF2B5EF4-FFF2-40B4-BE49-F238E27FC236}">
                <a16:creationId xmlns:a16="http://schemas.microsoft.com/office/drawing/2014/main" id="{337A4B3D-E31C-D3BB-AEA8-4727164CF066}"/>
              </a:ext>
            </a:extLst>
          </p:cNvPr>
          <p:cNvSpPr>
            <a:spLocks noGrp="1"/>
          </p:cNvSpPr>
          <p:nvPr>
            <p:ph type="ftr" sz="quarter" idx="11"/>
          </p:nvPr>
        </p:nvSpPr>
        <p:spPr/>
        <p:txBody>
          <a:bodyPr/>
          <a:lstStyle>
            <a:lvl1pPr>
              <a:defRPr/>
            </a:lvl1pPr>
          </a:lstStyle>
          <a:p>
            <a:pPr>
              <a:defRPr/>
            </a:pPr>
            <a:r>
              <a:rPr lang="en-US"/>
              <a:t>Final Review</a:t>
            </a:r>
          </a:p>
        </p:txBody>
      </p:sp>
      <p:sp>
        <p:nvSpPr>
          <p:cNvPr id="5" name="Slide Number Placeholder 22">
            <a:extLst>
              <a:ext uri="{FF2B5EF4-FFF2-40B4-BE49-F238E27FC236}">
                <a16:creationId xmlns:a16="http://schemas.microsoft.com/office/drawing/2014/main" id="{B1E6E592-3A3E-D6AB-AE91-31EF626E2A55}"/>
              </a:ext>
            </a:extLst>
          </p:cNvPr>
          <p:cNvSpPr>
            <a:spLocks noGrp="1"/>
          </p:cNvSpPr>
          <p:nvPr>
            <p:ph type="sldNum" sz="quarter" idx="12"/>
          </p:nvPr>
        </p:nvSpPr>
        <p:spPr>
          <a:ln/>
        </p:spPr>
        <p:txBody>
          <a:bodyPr/>
          <a:lstStyle>
            <a:lvl1pPr>
              <a:defRPr/>
            </a:lvl1pPr>
          </a:lstStyle>
          <a:p>
            <a:pPr>
              <a:defRPr/>
            </a:pPr>
            <a:fld id="{A205CF6E-932A-413D-B22A-5C3B33C7CC2F}" type="slidenum">
              <a:rPr lang="en-US" altLang="en-US"/>
              <a:pPr>
                <a:defRPr/>
              </a:pPr>
              <a:t>‹#›</a:t>
            </a:fld>
            <a:endParaRPr lang="en-US" altLang="en-US"/>
          </a:p>
        </p:txBody>
      </p:sp>
    </p:spTree>
    <p:extLst>
      <p:ext uri="{BB962C8B-B14F-4D97-AF65-F5344CB8AC3E}">
        <p14:creationId xmlns:p14="http://schemas.microsoft.com/office/powerpoint/2010/main" val="2447459666"/>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half" idx="4"/>
          </p:nvPr>
        </p:nvSpPr>
        <p:spPr>
          <a:xfrm>
            <a:off x="6604000" y="2247900"/>
            <a:ext cx="49784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1219200" y="2247900"/>
            <a:ext cx="49784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2" name="Title 1"/>
          <p:cNvSpPr>
            <a:spLocks noGrp="1"/>
          </p:cNvSpPr>
          <p:nvPr>
            <p:ph type="title"/>
          </p:nvPr>
        </p:nvSpPr>
        <p:spPr>
          <a:xfrm>
            <a:off x="1219200" y="273050"/>
            <a:ext cx="10363200" cy="1143000"/>
          </a:xfrm>
        </p:spPr>
        <p:txBody>
          <a:bodyPr/>
          <a:lstStyle>
            <a:lvl1pPr>
              <a:defRPr/>
            </a:lvl1pPr>
          </a:lstStyle>
          <a:p>
            <a:r>
              <a:rPr lang="en-US"/>
              <a:t>Click to edit Master title style</a:t>
            </a:r>
          </a:p>
        </p:txBody>
      </p:sp>
      <p:sp>
        <p:nvSpPr>
          <p:cNvPr id="5" name="Date Placeholder 13">
            <a:extLst>
              <a:ext uri="{FF2B5EF4-FFF2-40B4-BE49-F238E27FC236}">
                <a16:creationId xmlns:a16="http://schemas.microsoft.com/office/drawing/2014/main" id="{F3FE7CF9-BE9E-7AF4-DB1F-188D6DFA38C7}"/>
              </a:ext>
            </a:extLst>
          </p:cNvPr>
          <p:cNvSpPr>
            <a:spLocks noGrp="1"/>
          </p:cNvSpPr>
          <p:nvPr>
            <p:ph type="dt" sz="half" idx="10"/>
          </p:nvPr>
        </p:nvSpPr>
        <p:spPr/>
        <p:txBody>
          <a:bodyPr/>
          <a:lstStyle>
            <a:lvl1pPr>
              <a:defRPr/>
            </a:lvl1pPr>
          </a:lstStyle>
          <a:p>
            <a:pPr>
              <a:defRPr/>
            </a:pPr>
            <a:r>
              <a:rPr lang="en-US"/>
              <a:t>Wednesday, November 26, 2024</a:t>
            </a:r>
          </a:p>
        </p:txBody>
      </p:sp>
      <p:sp>
        <p:nvSpPr>
          <p:cNvPr id="6" name="Footer Placeholder 2">
            <a:extLst>
              <a:ext uri="{FF2B5EF4-FFF2-40B4-BE49-F238E27FC236}">
                <a16:creationId xmlns:a16="http://schemas.microsoft.com/office/drawing/2014/main" id="{8FE76AE1-8B90-9C90-8283-B8338E523D44}"/>
              </a:ext>
            </a:extLst>
          </p:cNvPr>
          <p:cNvSpPr>
            <a:spLocks noGrp="1"/>
          </p:cNvSpPr>
          <p:nvPr>
            <p:ph type="ftr" sz="quarter" idx="11"/>
          </p:nvPr>
        </p:nvSpPr>
        <p:spPr/>
        <p:txBody>
          <a:bodyPr/>
          <a:lstStyle>
            <a:lvl1pPr>
              <a:defRPr/>
            </a:lvl1pPr>
          </a:lstStyle>
          <a:p>
            <a:pPr>
              <a:defRPr/>
            </a:pPr>
            <a:r>
              <a:rPr lang="en-US"/>
              <a:t>Final Review</a:t>
            </a:r>
          </a:p>
        </p:txBody>
      </p:sp>
      <p:sp>
        <p:nvSpPr>
          <p:cNvPr id="7" name="Slide Number Placeholder 22">
            <a:extLst>
              <a:ext uri="{FF2B5EF4-FFF2-40B4-BE49-F238E27FC236}">
                <a16:creationId xmlns:a16="http://schemas.microsoft.com/office/drawing/2014/main" id="{D825704D-0DCA-DAED-C674-BC8E4B5DC8CB}"/>
              </a:ext>
            </a:extLst>
          </p:cNvPr>
          <p:cNvSpPr>
            <a:spLocks noGrp="1"/>
          </p:cNvSpPr>
          <p:nvPr>
            <p:ph type="sldNum" sz="quarter" idx="12"/>
          </p:nvPr>
        </p:nvSpPr>
        <p:spPr>
          <a:ln/>
        </p:spPr>
        <p:txBody>
          <a:bodyPr/>
          <a:lstStyle>
            <a:lvl1pPr>
              <a:defRPr/>
            </a:lvl1pPr>
          </a:lstStyle>
          <a:p>
            <a:pPr>
              <a:defRPr/>
            </a:pPr>
            <a:fld id="{4853A23A-6F73-4B8D-B5CD-B19F9BC02F28}" type="slidenum">
              <a:rPr lang="en-US" altLang="en-US"/>
              <a:pPr>
                <a:defRPr/>
              </a:pPr>
              <a:t>‹#›</a:t>
            </a:fld>
            <a:endParaRPr lang="en-US" altLang="en-US"/>
          </a:p>
        </p:txBody>
      </p:sp>
    </p:spTree>
    <p:extLst>
      <p:ext uri="{BB962C8B-B14F-4D97-AF65-F5344CB8AC3E}">
        <p14:creationId xmlns:p14="http://schemas.microsoft.com/office/powerpoint/2010/main" val="117723983"/>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BE597638-4CBB-D8C3-EB49-870750B92B02}"/>
              </a:ext>
            </a:extLst>
          </p:cNvPr>
          <p:cNvSpPr>
            <a:spLocks noGrp="1"/>
          </p:cNvSpPr>
          <p:nvPr>
            <p:ph type="dt" sz="half" idx="10"/>
          </p:nvPr>
        </p:nvSpPr>
        <p:spPr/>
        <p:txBody>
          <a:bodyPr/>
          <a:lstStyle>
            <a:lvl1pPr>
              <a:defRPr/>
            </a:lvl1pPr>
          </a:lstStyle>
          <a:p>
            <a:pPr>
              <a:defRPr/>
            </a:pPr>
            <a:r>
              <a:rPr lang="en-US"/>
              <a:t>Wednesday, November 26, 2024</a:t>
            </a:r>
          </a:p>
        </p:txBody>
      </p:sp>
      <p:sp>
        <p:nvSpPr>
          <p:cNvPr id="4" name="Footer Placeholder 2">
            <a:extLst>
              <a:ext uri="{FF2B5EF4-FFF2-40B4-BE49-F238E27FC236}">
                <a16:creationId xmlns:a16="http://schemas.microsoft.com/office/drawing/2014/main" id="{F81C1D57-39E7-480C-2C67-7275D2C92B47}"/>
              </a:ext>
            </a:extLst>
          </p:cNvPr>
          <p:cNvSpPr>
            <a:spLocks noGrp="1"/>
          </p:cNvSpPr>
          <p:nvPr>
            <p:ph type="ftr" sz="quarter" idx="11"/>
          </p:nvPr>
        </p:nvSpPr>
        <p:spPr/>
        <p:txBody>
          <a:bodyPr/>
          <a:lstStyle>
            <a:lvl1pPr>
              <a:defRPr/>
            </a:lvl1pPr>
          </a:lstStyle>
          <a:p>
            <a:pPr>
              <a:defRPr/>
            </a:pPr>
            <a:r>
              <a:rPr lang="en-US"/>
              <a:t>Final Review</a:t>
            </a:r>
          </a:p>
        </p:txBody>
      </p:sp>
      <p:sp>
        <p:nvSpPr>
          <p:cNvPr id="5" name="Slide Number Placeholder 22">
            <a:extLst>
              <a:ext uri="{FF2B5EF4-FFF2-40B4-BE49-F238E27FC236}">
                <a16:creationId xmlns:a16="http://schemas.microsoft.com/office/drawing/2014/main" id="{7D993BC2-BD66-8FD3-D0D6-921E0868B4D5}"/>
              </a:ext>
            </a:extLst>
          </p:cNvPr>
          <p:cNvSpPr>
            <a:spLocks noGrp="1"/>
          </p:cNvSpPr>
          <p:nvPr>
            <p:ph type="sldNum" sz="quarter" idx="12"/>
          </p:nvPr>
        </p:nvSpPr>
        <p:spPr>
          <a:ln/>
        </p:spPr>
        <p:txBody>
          <a:bodyPr/>
          <a:lstStyle>
            <a:lvl1pPr>
              <a:defRPr/>
            </a:lvl1pPr>
          </a:lstStyle>
          <a:p>
            <a:pPr>
              <a:defRPr/>
            </a:pPr>
            <a:fld id="{0AF766C0-D13B-49B1-9F95-94640CF7E3B9}" type="slidenum">
              <a:rPr lang="en-US" altLang="en-US"/>
              <a:pPr>
                <a:defRPr/>
              </a:pPr>
              <a:t>‹#›</a:t>
            </a:fld>
            <a:endParaRPr lang="en-US" altLang="en-US"/>
          </a:p>
        </p:txBody>
      </p:sp>
    </p:spTree>
    <p:extLst>
      <p:ext uri="{BB962C8B-B14F-4D97-AF65-F5344CB8AC3E}">
        <p14:creationId xmlns:p14="http://schemas.microsoft.com/office/powerpoint/2010/main" val="3179878451"/>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DDEE9B1E-1901-B37D-4BAE-BA3E96C80CAB}"/>
              </a:ext>
            </a:extLst>
          </p:cNvPr>
          <p:cNvSpPr>
            <a:spLocks noGrp="1"/>
          </p:cNvSpPr>
          <p:nvPr>
            <p:ph type="dt" sz="half" idx="10"/>
          </p:nvPr>
        </p:nvSpPr>
        <p:spPr/>
        <p:txBody>
          <a:bodyPr/>
          <a:lstStyle>
            <a:lvl1pPr>
              <a:defRPr/>
            </a:lvl1pPr>
          </a:lstStyle>
          <a:p>
            <a:pPr>
              <a:defRPr/>
            </a:pPr>
            <a:r>
              <a:rPr lang="en-US"/>
              <a:t>Wednesday, November 26, 2024</a:t>
            </a:r>
          </a:p>
        </p:txBody>
      </p:sp>
      <p:sp>
        <p:nvSpPr>
          <p:cNvPr id="3" name="Footer Placeholder 2">
            <a:extLst>
              <a:ext uri="{FF2B5EF4-FFF2-40B4-BE49-F238E27FC236}">
                <a16:creationId xmlns:a16="http://schemas.microsoft.com/office/drawing/2014/main" id="{9D0D78EA-BD7E-CF71-1FC4-D4EDEA63403D}"/>
              </a:ext>
            </a:extLst>
          </p:cNvPr>
          <p:cNvSpPr>
            <a:spLocks noGrp="1"/>
          </p:cNvSpPr>
          <p:nvPr>
            <p:ph type="ftr" sz="quarter" idx="11"/>
          </p:nvPr>
        </p:nvSpPr>
        <p:spPr/>
        <p:txBody>
          <a:bodyPr/>
          <a:lstStyle>
            <a:lvl1pPr>
              <a:defRPr/>
            </a:lvl1pPr>
          </a:lstStyle>
          <a:p>
            <a:pPr>
              <a:defRPr/>
            </a:pPr>
            <a:r>
              <a:rPr lang="en-US"/>
              <a:t>Final Review</a:t>
            </a:r>
          </a:p>
        </p:txBody>
      </p:sp>
      <p:sp>
        <p:nvSpPr>
          <p:cNvPr id="4" name="Slide Number Placeholder 22">
            <a:extLst>
              <a:ext uri="{FF2B5EF4-FFF2-40B4-BE49-F238E27FC236}">
                <a16:creationId xmlns:a16="http://schemas.microsoft.com/office/drawing/2014/main" id="{25C555E7-BF3F-8B7E-CCF1-12AFEE60F4A1}"/>
              </a:ext>
            </a:extLst>
          </p:cNvPr>
          <p:cNvSpPr>
            <a:spLocks noGrp="1"/>
          </p:cNvSpPr>
          <p:nvPr>
            <p:ph type="sldNum" sz="quarter" idx="12"/>
          </p:nvPr>
        </p:nvSpPr>
        <p:spPr>
          <a:ln/>
        </p:spPr>
        <p:txBody>
          <a:bodyPr/>
          <a:lstStyle>
            <a:lvl1pPr>
              <a:defRPr/>
            </a:lvl1pPr>
          </a:lstStyle>
          <a:p>
            <a:pPr>
              <a:defRPr/>
            </a:pPr>
            <a:fld id="{F30373C5-36E2-45E5-9771-D1624834DA87}" type="slidenum">
              <a:rPr lang="en-US" altLang="en-US"/>
              <a:pPr>
                <a:defRPr/>
              </a:pPr>
              <a:t>‹#›</a:t>
            </a:fld>
            <a:endParaRPr lang="en-US" altLang="en-US"/>
          </a:p>
        </p:txBody>
      </p:sp>
    </p:spTree>
    <p:extLst>
      <p:ext uri="{BB962C8B-B14F-4D97-AF65-F5344CB8AC3E}">
        <p14:creationId xmlns:p14="http://schemas.microsoft.com/office/powerpoint/2010/main" val="1049981095"/>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D91502E-DB51-EB87-21F3-3029E7315FDA}"/>
              </a:ext>
            </a:extLst>
          </p:cNvPr>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useBgFill="1">
        <p:nvSpPr>
          <p:cNvPr id="5" name="Rounded Rectangle 8">
            <a:extLst>
              <a:ext uri="{FF2B5EF4-FFF2-40B4-BE49-F238E27FC236}">
                <a16:creationId xmlns:a16="http://schemas.microsoft.com/office/drawing/2014/main" id="{8DA60C55-70C2-94AA-5C4D-F81704881447}"/>
              </a:ext>
            </a:extLst>
          </p:cNvPr>
          <p:cNvSpPr/>
          <p:nvPr/>
        </p:nvSpPr>
        <p:spPr>
          <a:xfrm>
            <a:off x="85725" y="69850"/>
            <a:ext cx="1201737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Content Placeholder 10"/>
          <p:cNvSpPr>
            <a:spLocks noGrp="1"/>
          </p:cNvSpPr>
          <p:nvPr>
            <p:ph sz="quarter" idx="1"/>
          </p:nvPr>
        </p:nvSpPr>
        <p:spPr>
          <a:xfrm>
            <a:off x="3962400" y="1600200"/>
            <a:ext cx="7620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2" name="Title 1"/>
          <p:cNvSpPr>
            <a:spLocks noGrp="1"/>
          </p:cNvSpPr>
          <p:nvPr>
            <p:ph type="title"/>
          </p:nvPr>
        </p:nvSpPr>
        <p:spPr>
          <a:xfrm>
            <a:off x="1219200" y="273050"/>
            <a:ext cx="10363200" cy="1143000"/>
          </a:xfrm>
        </p:spPr>
        <p:txBody>
          <a:bodyPr/>
          <a:lstStyle>
            <a:lvl1pPr algn="l">
              <a:buNone/>
              <a:defRPr sz="4000" b="0"/>
            </a:lvl1pPr>
          </a:lstStyle>
          <a:p>
            <a:r>
              <a:rPr lang="en-US"/>
              <a:t>Click to edit Master title style</a:t>
            </a:r>
          </a:p>
        </p:txBody>
      </p:sp>
      <p:sp>
        <p:nvSpPr>
          <p:cNvPr id="6" name="Date Placeholder 4">
            <a:extLst>
              <a:ext uri="{FF2B5EF4-FFF2-40B4-BE49-F238E27FC236}">
                <a16:creationId xmlns:a16="http://schemas.microsoft.com/office/drawing/2014/main" id="{2487BF32-AE47-3E28-A42C-0ADCF3AE60BB}"/>
              </a:ext>
            </a:extLst>
          </p:cNvPr>
          <p:cNvSpPr>
            <a:spLocks noGrp="1"/>
          </p:cNvSpPr>
          <p:nvPr>
            <p:ph type="dt" sz="half" idx="10"/>
          </p:nvPr>
        </p:nvSpPr>
        <p:spPr/>
        <p:txBody>
          <a:bodyPr/>
          <a:lstStyle>
            <a:lvl1pPr>
              <a:defRPr/>
            </a:lvl1pPr>
          </a:lstStyle>
          <a:p>
            <a:pPr>
              <a:defRPr/>
            </a:pPr>
            <a:r>
              <a:rPr lang="en-US"/>
              <a:t>Wednesday, November 26, 2024</a:t>
            </a:r>
          </a:p>
        </p:txBody>
      </p:sp>
      <p:sp>
        <p:nvSpPr>
          <p:cNvPr id="7" name="Footer Placeholder 5">
            <a:extLst>
              <a:ext uri="{FF2B5EF4-FFF2-40B4-BE49-F238E27FC236}">
                <a16:creationId xmlns:a16="http://schemas.microsoft.com/office/drawing/2014/main" id="{CA2713DC-9223-8DDF-77EA-B12FBDA37E7B}"/>
              </a:ext>
            </a:extLst>
          </p:cNvPr>
          <p:cNvSpPr>
            <a:spLocks noGrp="1"/>
          </p:cNvSpPr>
          <p:nvPr>
            <p:ph type="ftr" sz="quarter" idx="11"/>
          </p:nvPr>
        </p:nvSpPr>
        <p:spPr/>
        <p:txBody>
          <a:bodyPr/>
          <a:lstStyle>
            <a:lvl1pPr>
              <a:defRPr/>
            </a:lvl1pPr>
          </a:lstStyle>
          <a:p>
            <a:pPr>
              <a:defRPr/>
            </a:pPr>
            <a:r>
              <a:rPr lang="en-US"/>
              <a:t>Final Review</a:t>
            </a:r>
          </a:p>
        </p:txBody>
      </p:sp>
      <p:sp>
        <p:nvSpPr>
          <p:cNvPr id="8" name="Slide Number Placeholder 6">
            <a:extLst>
              <a:ext uri="{FF2B5EF4-FFF2-40B4-BE49-F238E27FC236}">
                <a16:creationId xmlns:a16="http://schemas.microsoft.com/office/drawing/2014/main" id="{B610BB8C-A229-269E-0ECA-803917914DAB}"/>
              </a:ext>
            </a:extLst>
          </p:cNvPr>
          <p:cNvSpPr>
            <a:spLocks noGrp="1"/>
          </p:cNvSpPr>
          <p:nvPr>
            <p:ph type="sldNum" sz="quarter" idx="12"/>
          </p:nvPr>
        </p:nvSpPr>
        <p:spPr/>
        <p:txBody>
          <a:bodyPr/>
          <a:lstStyle>
            <a:lvl1pPr>
              <a:defRPr/>
            </a:lvl1pPr>
          </a:lstStyle>
          <a:p>
            <a:pPr>
              <a:defRPr/>
            </a:pPr>
            <a:fld id="{1F06B038-C6AD-4407-87A4-0333F8CDDEEF}" type="slidenum">
              <a:rPr lang="en-US" altLang="en-US"/>
              <a:pPr>
                <a:defRPr/>
              </a:pPr>
              <a:t>‹#›</a:t>
            </a:fld>
            <a:endParaRPr lang="en-US" altLang="en-US"/>
          </a:p>
        </p:txBody>
      </p:sp>
    </p:spTree>
    <p:extLst>
      <p:ext uri="{BB962C8B-B14F-4D97-AF65-F5344CB8AC3E}">
        <p14:creationId xmlns:p14="http://schemas.microsoft.com/office/powerpoint/2010/main" val="2760637383"/>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6F3BDF-41E5-BF70-16F1-B3426D0B3159}"/>
              </a:ext>
            </a:extLst>
          </p:cNvPr>
          <p:cNvSpPr/>
          <p:nvPr/>
        </p:nvSpPr>
        <p:spPr>
          <a:xfrm flipV="1">
            <a:off x="90488" y="4683125"/>
            <a:ext cx="12009437"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17FC599A-5244-AC32-7A9E-D46068E454D0}"/>
              </a:ext>
            </a:extLst>
          </p:cNvPr>
          <p:cNvSpPr/>
          <p:nvPr/>
        </p:nvSpPr>
        <p:spPr>
          <a:xfrm>
            <a:off x="92075" y="4649788"/>
            <a:ext cx="12007850"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10708410-30CD-3BD1-69D7-63B87D61BC5B}"/>
              </a:ext>
            </a:extLst>
          </p:cNvPr>
          <p:cNvSpPr/>
          <p:nvPr/>
        </p:nvSpPr>
        <p:spPr>
          <a:xfrm>
            <a:off x="92075" y="4773613"/>
            <a:ext cx="12007850" cy="4921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lang="en-US"/>
              <a:t>Click to edit Master title style</a:t>
            </a:r>
          </a:p>
        </p:txBody>
      </p:sp>
      <p:sp>
        <p:nvSpPr>
          <p:cNvPr id="8" name="Date Placeholder 4">
            <a:extLst>
              <a:ext uri="{FF2B5EF4-FFF2-40B4-BE49-F238E27FC236}">
                <a16:creationId xmlns:a16="http://schemas.microsoft.com/office/drawing/2014/main" id="{F2DEFF8D-2DE0-55F5-078C-3FCBFE11035A}"/>
              </a:ext>
            </a:extLst>
          </p:cNvPr>
          <p:cNvSpPr>
            <a:spLocks noGrp="1"/>
          </p:cNvSpPr>
          <p:nvPr>
            <p:ph type="dt" sz="half" idx="10"/>
          </p:nvPr>
        </p:nvSpPr>
        <p:spPr/>
        <p:txBody>
          <a:bodyPr/>
          <a:lstStyle>
            <a:lvl1pPr>
              <a:defRPr/>
            </a:lvl1pPr>
          </a:lstStyle>
          <a:p>
            <a:pPr>
              <a:defRPr/>
            </a:pPr>
            <a:r>
              <a:rPr lang="en-US"/>
              <a:t>Wednesday, November 26, 2024</a:t>
            </a:r>
          </a:p>
        </p:txBody>
      </p:sp>
      <p:sp>
        <p:nvSpPr>
          <p:cNvPr id="9" name="Footer Placeholder 5">
            <a:extLst>
              <a:ext uri="{FF2B5EF4-FFF2-40B4-BE49-F238E27FC236}">
                <a16:creationId xmlns:a16="http://schemas.microsoft.com/office/drawing/2014/main" id="{E71B544A-EC8B-9FC1-7223-E0C2FD372D8B}"/>
              </a:ext>
            </a:extLst>
          </p:cNvPr>
          <p:cNvSpPr>
            <a:spLocks noGrp="1"/>
          </p:cNvSpPr>
          <p:nvPr>
            <p:ph type="ftr" sz="quarter" idx="11"/>
          </p:nvPr>
        </p:nvSpPr>
        <p:spPr>
          <a:xfrm>
            <a:off x="1219200" y="6172200"/>
            <a:ext cx="5181600" cy="457200"/>
          </a:xfrm>
        </p:spPr>
        <p:txBody>
          <a:bodyPr/>
          <a:lstStyle>
            <a:lvl1pPr>
              <a:defRPr/>
            </a:lvl1pPr>
          </a:lstStyle>
          <a:p>
            <a:pPr>
              <a:defRPr/>
            </a:pPr>
            <a:r>
              <a:rPr lang="en-US"/>
              <a:t>Final Review</a:t>
            </a:r>
          </a:p>
        </p:txBody>
      </p:sp>
      <p:sp>
        <p:nvSpPr>
          <p:cNvPr id="10" name="Slide Number Placeholder 6">
            <a:extLst>
              <a:ext uri="{FF2B5EF4-FFF2-40B4-BE49-F238E27FC236}">
                <a16:creationId xmlns:a16="http://schemas.microsoft.com/office/drawing/2014/main" id="{87AA704E-0D15-7A1D-6D87-567C4550AC75}"/>
              </a:ext>
            </a:extLst>
          </p:cNvPr>
          <p:cNvSpPr>
            <a:spLocks noGrp="1"/>
          </p:cNvSpPr>
          <p:nvPr>
            <p:ph type="sldNum" sz="quarter" idx="12"/>
          </p:nvPr>
        </p:nvSpPr>
        <p:spPr>
          <a:xfrm>
            <a:off x="195263" y="6208713"/>
            <a:ext cx="609600" cy="457200"/>
          </a:xfrm>
        </p:spPr>
        <p:txBody>
          <a:bodyPr/>
          <a:lstStyle>
            <a:lvl1pPr>
              <a:defRPr/>
            </a:lvl1pPr>
          </a:lstStyle>
          <a:p>
            <a:pPr>
              <a:defRPr/>
            </a:pPr>
            <a:fld id="{D78A91EA-5315-4E8F-BE5D-CEA69D7FCBAC}" type="slidenum">
              <a:rPr lang="en-US" altLang="en-US"/>
              <a:pPr>
                <a:defRPr/>
              </a:pPr>
              <a:t>‹#›</a:t>
            </a:fld>
            <a:endParaRPr lang="en-US" altLang="en-US"/>
          </a:p>
        </p:txBody>
      </p:sp>
    </p:spTree>
    <p:extLst>
      <p:ext uri="{BB962C8B-B14F-4D97-AF65-F5344CB8AC3E}">
        <p14:creationId xmlns:p14="http://schemas.microsoft.com/office/powerpoint/2010/main" val="652595628"/>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13">
            <a:extLst>
              <a:ext uri="{FF2B5EF4-FFF2-40B4-BE49-F238E27FC236}">
                <a16:creationId xmlns:a16="http://schemas.microsoft.com/office/drawing/2014/main" id="{4439AA5F-E3CA-6F66-6560-F496999619F3}"/>
              </a:ext>
            </a:extLst>
          </p:cNvPr>
          <p:cNvSpPr>
            <a:spLocks noGrp="1"/>
          </p:cNvSpPr>
          <p:nvPr>
            <p:ph type="dt" sz="half" idx="10"/>
          </p:nvPr>
        </p:nvSpPr>
        <p:spPr/>
        <p:txBody>
          <a:bodyPr/>
          <a:lstStyle>
            <a:lvl1pPr>
              <a:defRPr/>
            </a:lvl1pPr>
          </a:lstStyle>
          <a:p>
            <a:pPr>
              <a:defRPr/>
            </a:pPr>
            <a:r>
              <a:rPr lang="en-US"/>
              <a:t>Wednesday, November 26, 2024</a:t>
            </a:r>
          </a:p>
        </p:txBody>
      </p:sp>
      <p:sp>
        <p:nvSpPr>
          <p:cNvPr id="5" name="Footer Placeholder 2">
            <a:extLst>
              <a:ext uri="{FF2B5EF4-FFF2-40B4-BE49-F238E27FC236}">
                <a16:creationId xmlns:a16="http://schemas.microsoft.com/office/drawing/2014/main" id="{4CD11661-EEEE-BDC0-6AAB-FE9CD3C3839B}"/>
              </a:ext>
            </a:extLst>
          </p:cNvPr>
          <p:cNvSpPr>
            <a:spLocks noGrp="1"/>
          </p:cNvSpPr>
          <p:nvPr>
            <p:ph type="ftr" sz="quarter" idx="11"/>
          </p:nvPr>
        </p:nvSpPr>
        <p:spPr/>
        <p:txBody>
          <a:bodyPr/>
          <a:lstStyle>
            <a:lvl1pPr>
              <a:defRPr/>
            </a:lvl1pPr>
          </a:lstStyle>
          <a:p>
            <a:pPr>
              <a:defRPr/>
            </a:pPr>
            <a:r>
              <a:rPr lang="en-US"/>
              <a:t>Final Review</a:t>
            </a:r>
          </a:p>
        </p:txBody>
      </p:sp>
      <p:sp>
        <p:nvSpPr>
          <p:cNvPr id="6" name="Slide Number Placeholder 22">
            <a:extLst>
              <a:ext uri="{FF2B5EF4-FFF2-40B4-BE49-F238E27FC236}">
                <a16:creationId xmlns:a16="http://schemas.microsoft.com/office/drawing/2014/main" id="{494F701D-81FE-60C1-290C-CB4930C464B9}"/>
              </a:ext>
            </a:extLst>
          </p:cNvPr>
          <p:cNvSpPr>
            <a:spLocks noGrp="1"/>
          </p:cNvSpPr>
          <p:nvPr>
            <p:ph type="sldNum" sz="quarter" idx="12"/>
          </p:nvPr>
        </p:nvSpPr>
        <p:spPr>
          <a:ln/>
        </p:spPr>
        <p:txBody>
          <a:bodyPr/>
          <a:lstStyle>
            <a:lvl1pPr>
              <a:defRPr/>
            </a:lvl1pPr>
          </a:lstStyle>
          <a:p>
            <a:pPr>
              <a:defRPr/>
            </a:pPr>
            <a:fld id="{47F652E0-A612-4B45-9DEC-0B1649C3CACB}" type="slidenum">
              <a:rPr lang="en-US" altLang="en-US"/>
              <a:pPr>
                <a:defRPr/>
              </a:pPr>
              <a:t>‹#›</a:t>
            </a:fld>
            <a:endParaRPr lang="en-US" altLang="en-US"/>
          </a:p>
        </p:txBody>
      </p:sp>
    </p:spTree>
    <p:extLst>
      <p:ext uri="{BB962C8B-B14F-4D97-AF65-F5344CB8AC3E}">
        <p14:creationId xmlns:p14="http://schemas.microsoft.com/office/powerpoint/2010/main" val="3677515982"/>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274641"/>
            <a:ext cx="7416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a:off x="8839200" y="274642"/>
            <a:ext cx="2682240" cy="5851525"/>
          </a:xfrm>
        </p:spPr>
        <p:txBody>
          <a:bodyPr vert="eaVert"/>
          <a:lstStyle/>
          <a:p>
            <a:r>
              <a:rPr lang="en-US"/>
              <a:t>Click to edit Master title style</a:t>
            </a:r>
          </a:p>
        </p:txBody>
      </p:sp>
      <p:sp>
        <p:nvSpPr>
          <p:cNvPr id="4" name="Date Placeholder 13">
            <a:extLst>
              <a:ext uri="{FF2B5EF4-FFF2-40B4-BE49-F238E27FC236}">
                <a16:creationId xmlns:a16="http://schemas.microsoft.com/office/drawing/2014/main" id="{48CB3A6B-EB2D-A2E5-98F0-543357398829}"/>
              </a:ext>
            </a:extLst>
          </p:cNvPr>
          <p:cNvSpPr>
            <a:spLocks noGrp="1"/>
          </p:cNvSpPr>
          <p:nvPr>
            <p:ph type="dt" sz="half" idx="10"/>
          </p:nvPr>
        </p:nvSpPr>
        <p:spPr/>
        <p:txBody>
          <a:bodyPr/>
          <a:lstStyle>
            <a:lvl1pPr>
              <a:defRPr/>
            </a:lvl1pPr>
          </a:lstStyle>
          <a:p>
            <a:pPr>
              <a:defRPr/>
            </a:pPr>
            <a:r>
              <a:rPr lang="en-US"/>
              <a:t>Wednesday, November 26, 2024</a:t>
            </a:r>
          </a:p>
        </p:txBody>
      </p:sp>
      <p:sp>
        <p:nvSpPr>
          <p:cNvPr id="5" name="Footer Placeholder 2">
            <a:extLst>
              <a:ext uri="{FF2B5EF4-FFF2-40B4-BE49-F238E27FC236}">
                <a16:creationId xmlns:a16="http://schemas.microsoft.com/office/drawing/2014/main" id="{CB57205C-987D-43D7-092F-1594C9EDCE5E}"/>
              </a:ext>
            </a:extLst>
          </p:cNvPr>
          <p:cNvSpPr>
            <a:spLocks noGrp="1"/>
          </p:cNvSpPr>
          <p:nvPr>
            <p:ph type="ftr" sz="quarter" idx="11"/>
          </p:nvPr>
        </p:nvSpPr>
        <p:spPr/>
        <p:txBody>
          <a:bodyPr/>
          <a:lstStyle>
            <a:lvl1pPr>
              <a:defRPr/>
            </a:lvl1pPr>
          </a:lstStyle>
          <a:p>
            <a:pPr>
              <a:defRPr/>
            </a:pPr>
            <a:r>
              <a:rPr lang="en-US"/>
              <a:t>Final Review</a:t>
            </a:r>
          </a:p>
        </p:txBody>
      </p:sp>
      <p:sp>
        <p:nvSpPr>
          <p:cNvPr id="6" name="Slide Number Placeholder 22">
            <a:extLst>
              <a:ext uri="{FF2B5EF4-FFF2-40B4-BE49-F238E27FC236}">
                <a16:creationId xmlns:a16="http://schemas.microsoft.com/office/drawing/2014/main" id="{1D0F0EA6-C4B0-22B5-AA59-4A62103BE79C}"/>
              </a:ext>
            </a:extLst>
          </p:cNvPr>
          <p:cNvSpPr>
            <a:spLocks noGrp="1"/>
          </p:cNvSpPr>
          <p:nvPr>
            <p:ph type="sldNum" sz="quarter" idx="12"/>
          </p:nvPr>
        </p:nvSpPr>
        <p:spPr>
          <a:ln/>
        </p:spPr>
        <p:txBody>
          <a:bodyPr/>
          <a:lstStyle>
            <a:lvl1pPr>
              <a:defRPr/>
            </a:lvl1pPr>
          </a:lstStyle>
          <a:p>
            <a:pPr>
              <a:defRPr/>
            </a:pPr>
            <a:fld id="{4543400E-9841-416C-95F2-EE049772CE88}" type="slidenum">
              <a:rPr lang="en-US" altLang="en-US"/>
              <a:pPr>
                <a:defRPr/>
              </a:pPr>
              <a:t>‹#›</a:t>
            </a:fld>
            <a:endParaRPr lang="en-US" altLang="en-US"/>
          </a:p>
        </p:txBody>
      </p:sp>
    </p:spTree>
    <p:extLst>
      <p:ext uri="{BB962C8B-B14F-4D97-AF65-F5344CB8AC3E}">
        <p14:creationId xmlns:p14="http://schemas.microsoft.com/office/powerpoint/2010/main" val="4034998415"/>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chemeClr val="bg1"/>
        </a:solidFill>
        <a:effectLst/>
      </p:bgPr>
    </p:bg>
    <p:spTree>
      <p:nvGrpSpPr>
        <p:cNvPr id="1" name=""/>
        <p:cNvGrpSpPr/>
        <p:nvPr/>
      </p:nvGrpSpPr>
      <p:grpSpPr>
        <a:xfrm>
          <a:off x="0" y="0"/>
          <a:ext cx="0" cy="0"/>
          <a:chOff x="0" y="0"/>
          <a:chExt cx="0" cy="0"/>
        </a:xfrm>
      </p:grpSpPr>
      <p:sp useBgFill="1">
        <p:nvSpPr>
          <p:cNvPr id="11" name="Rounded Rectangle 10">
            <a:extLst>
              <a:ext uri="{FF2B5EF4-FFF2-40B4-BE49-F238E27FC236}">
                <a16:creationId xmlns:a16="http://schemas.microsoft.com/office/drawing/2014/main" id="{8C4C6140-1D52-FF9A-4C91-EED263A4BCE4}"/>
              </a:ext>
            </a:extLst>
          </p:cNvPr>
          <p:cNvSpPr/>
          <p:nvPr/>
        </p:nvSpPr>
        <p:spPr>
          <a:xfrm>
            <a:off x="87313" y="69850"/>
            <a:ext cx="1201737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Date Placeholder 13">
            <a:extLst>
              <a:ext uri="{FF2B5EF4-FFF2-40B4-BE49-F238E27FC236}">
                <a16:creationId xmlns:a16="http://schemas.microsoft.com/office/drawing/2014/main" id="{99593253-A065-64B6-166D-4019A6551092}"/>
              </a:ext>
            </a:extLst>
          </p:cNvPr>
          <p:cNvSpPr>
            <a:spLocks noGrp="1"/>
          </p:cNvSpPr>
          <p:nvPr>
            <p:ph type="dt" sz="half" idx="2"/>
          </p:nvPr>
        </p:nvSpPr>
        <p:spPr>
          <a:xfrm>
            <a:off x="8229600" y="6191250"/>
            <a:ext cx="3302000" cy="476250"/>
          </a:xfrm>
          <a:prstGeom prst="rect">
            <a:avLst/>
          </a:prstGeom>
        </p:spPr>
        <p:txBody>
          <a:bodyPr anchor="ctr" anchorCtr="0"/>
          <a:lstStyle>
            <a:lvl1pPr algn="r" eaLnBrk="1" fontAlgn="auto" latinLnBrk="0" hangingPunct="1">
              <a:spcBef>
                <a:spcPts val="0"/>
              </a:spcBef>
              <a:spcAft>
                <a:spcPts val="0"/>
              </a:spcAft>
              <a:defRPr kumimoji="0" sz="1400">
                <a:solidFill>
                  <a:schemeClr val="tx2"/>
                </a:solidFill>
                <a:latin typeface="+mn-lt"/>
              </a:defRPr>
            </a:lvl1pPr>
          </a:lstStyle>
          <a:p>
            <a:pPr>
              <a:defRPr/>
            </a:pPr>
            <a:r>
              <a:rPr lang="en-US"/>
              <a:t>Wednesday, November 26, 2024</a:t>
            </a:r>
          </a:p>
        </p:txBody>
      </p:sp>
      <p:sp>
        <p:nvSpPr>
          <p:cNvPr id="3" name="Footer Placeholder 2">
            <a:extLst>
              <a:ext uri="{FF2B5EF4-FFF2-40B4-BE49-F238E27FC236}">
                <a16:creationId xmlns:a16="http://schemas.microsoft.com/office/drawing/2014/main" id="{6E02FBBA-4208-ED6E-2D6F-D9040309A6C5}"/>
              </a:ext>
            </a:extLst>
          </p:cNvPr>
          <p:cNvSpPr>
            <a:spLocks noGrp="1"/>
          </p:cNvSpPr>
          <p:nvPr>
            <p:ph type="ftr" sz="quarter" idx="3"/>
          </p:nvPr>
        </p:nvSpPr>
        <p:spPr>
          <a:xfrm>
            <a:off x="1219200" y="6172200"/>
            <a:ext cx="52832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defRPr>
            </a:lvl1pPr>
          </a:lstStyle>
          <a:p>
            <a:pPr>
              <a:defRPr/>
            </a:pPr>
            <a:r>
              <a:rPr lang="en-US"/>
              <a:t>Final Review</a:t>
            </a:r>
          </a:p>
        </p:txBody>
      </p:sp>
      <p:sp>
        <p:nvSpPr>
          <p:cNvPr id="23" name="Slide Number Placeholder 22">
            <a:extLst>
              <a:ext uri="{FF2B5EF4-FFF2-40B4-BE49-F238E27FC236}">
                <a16:creationId xmlns:a16="http://schemas.microsoft.com/office/drawing/2014/main" id="{65AA52CD-DDB5-ADF3-2A45-BCC4EF722FA9}"/>
              </a:ext>
            </a:extLst>
          </p:cNvPr>
          <p:cNvSpPr>
            <a:spLocks noGrp="1"/>
          </p:cNvSpPr>
          <p:nvPr>
            <p:ph type="sldNum" sz="quarter" idx="4"/>
          </p:nvPr>
        </p:nvSpPr>
        <p:spPr>
          <a:xfrm>
            <a:off x="195263" y="6210300"/>
            <a:ext cx="609600" cy="457200"/>
          </a:xfrm>
          <a:prstGeom prst="ellipse">
            <a:avLst/>
          </a:prstGeom>
          <a:solidFill>
            <a:schemeClr val="bg2">
              <a:lumMod val="50000"/>
            </a:schemeClr>
          </a:solidFill>
          <a:ln>
            <a:solidFill>
              <a:schemeClr val="bg2">
                <a:lumMod val="50000"/>
              </a:schemeClr>
            </a:solidFill>
          </a:ln>
        </p:spPr>
        <p:txBody>
          <a:bodyPr vert="horz" wrap="none" lIns="0" tIns="0" rIns="0" bIns="0" numCol="1" anchor="ctr" anchorCtr="1" compatLnSpc="1">
            <a:prstTxWarp prst="textNoShape">
              <a:avLst/>
            </a:prstTxWarp>
            <a:noAutofit/>
          </a:bodyPr>
          <a:lstStyle>
            <a:lvl1pPr algn="ctr" eaLnBrk="1" hangingPunct="1">
              <a:defRPr sz="1400">
                <a:solidFill>
                  <a:schemeClr val="bg1"/>
                </a:solidFill>
                <a:latin typeface="Century Gothic" panose="020B0502020202020204" pitchFamily="34" charset="0"/>
              </a:defRPr>
            </a:lvl1pPr>
          </a:lstStyle>
          <a:p>
            <a:pPr>
              <a:defRPr/>
            </a:pPr>
            <a:fld id="{62BE4880-5BD1-45E0-A18E-93C6F72A4D6B}" type="slidenum">
              <a:rPr lang="en-US" altLang="en-US"/>
              <a:pPr>
                <a:defRPr/>
              </a:pPr>
              <a:t>‹#›</a:t>
            </a:fld>
            <a:endParaRPr lang="en-US" altLang="en-US"/>
          </a:p>
        </p:txBody>
      </p:sp>
      <p:sp>
        <p:nvSpPr>
          <p:cNvPr id="1030" name="Text Placeholder 12">
            <a:extLst>
              <a:ext uri="{FF2B5EF4-FFF2-40B4-BE49-F238E27FC236}">
                <a16:creationId xmlns:a16="http://schemas.microsoft.com/office/drawing/2014/main" id="{8533966B-93B7-8862-7FBB-F0D5ED204DAE}"/>
              </a:ext>
            </a:extLst>
          </p:cNvPr>
          <p:cNvSpPr>
            <a:spLocks noGrp="1" noChangeArrowheads="1"/>
          </p:cNvSpPr>
          <p:nvPr>
            <p:ph type="body" idx="1"/>
          </p:nvPr>
        </p:nvSpPr>
        <p:spPr bwMode="auto">
          <a:xfrm>
            <a:off x="1219200" y="1447800"/>
            <a:ext cx="103632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1" name="Title Placeholder 21">
            <a:extLst>
              <a:ext uri="{FF2B5EF4-FFF2-40B4-BE49-F238E27FC236}">
                <a16:creationId xmlns:a16="http://schemas.microsoft.com/office/drawing/2014/main" id="{1DCB2176-ED95-1D82-A788-680D435B13E0}"/>
              </a:ext>
            </a:extLst>
          </p:cNvPr>
          <p:cNvSpPr>
            <a:spLocks noGrp="1" noChangeArrowheads="1"/>
          </p:cNvSpPr>
          <p:nvPr>
            <p:ph type="title"/>
          </p:nvPr>
        </p:nvSpPr>
        <p:spPr bwMode="auto">
          <a:xfrm>
            <a:off x="1219200" y="274638"/>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Tree>
  </p:cSld>
  <p:clrMap bg1="lt1" tx1="dk1" bg2="lt2" tx2="dk2" accent1="accent1" accent2="accent2" accent3="accent3" accent4="accent4" accent5="accent5" accent6="accent6" hlink="hlink" folHlink="folHlink"/>
  <p:sldLayoutIdLst>
    <p:sldLayoutId id="2147484037" r:id="rId1"/>
    <p:sldLayoutId id="2147484030" r:id="rId2"/>
    <p:sldLayoutId id="2147484038" r:id="rId3"/>
    <p:sldLayoutId id="2147484031" r:id="rId4"/>
    <p:sldLayoutId id="2147484032" r:id="rId5"/>
    <p:sldLayoutId id="2147484033" r:id="rId6"/>
    <p:sldLayoutId id="2147484034" r:id="rId7"/>
    <p:sldLayoutId id="2147484039" r:id="rId8"/>
    <p:sldLayoutId id="2147484040" r:id="rId9"/>
    <p:sldLayoutId id="2147484035" r:id="rId10"/>
    <p:sldLayoutId id="2147484036" r:id="rId11"/>
  </p:sldLayoutIdLst>
  <p:transition spd="med">
    <p:fade/>
  </p:transition>
  <p:hf sldNum="0" hdr="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entury Gothic" panose="020B0502020202020204" pitchFamily="34" charset="0"/>
        </a:defRPr>
      </a:lvl2pPr>
      <a:lvl3pPr algn="l" rtl="0" eaLnBrk="0" fontAlgn="base" hangingPunct="0">
        <a:spcBef>
          <a:spcPct val="0"/>
        </a:spcBef>
        <a:spcAft>
          <a:spcPct val="0"/>
        </a:spcAft>
        <a:defRPr sz="4000">
          <a:solidFill>
            <a:schemeClr val="tx2"/>
          </a:solidFill>
          <a:latin typeface="Century Gothic" panose="020B0502020202020204" pitchFamily="34" charset="0"/>
        </a:defRPr>
      </a:lvl3pPr>
      <a:lvl4pPr algn="l" rtl="0" eaLnBrk="0" fontAlgn="base" hangingPunct="0">
        <a:spcBef>
          <a:spcPct val="0"/>
        </a:spcBef>
        <a:spcAft>
          <a:spcPct val="0"/>
        </a:spcAft>
        <a:defRPr sz="4000">
          <a:solidFill>
            <a:schemeClr val="tx2"/>
          </a:solidFill>
          <a:latin typeface="Century Gothic" panose="020B0502020202020204" pitchFamily="34" charset="0"/>
        </a:defRPr>
      </a:lvl4pPr>
      <a:lvl5pPr algn="l" rtl="0" eaLnBrk="0" fontAlgn="base" hangingPunct="0">
        <a:spcBef>
          <a:spcPct val="0"/>
        </a:spcBef>
        <a:spcAft>
          <a:spcPct val="0"/>
        </a:spcAft>
        <a:defRPr sz="4000">
          <a:solidFill>
            <a:schemeClr val="tx2"/>
          </a:solidFill>
          <a:latin typeface="Century Gothic" panose="020B0502020202020204" pitchFamily="34" charset="0"/>
        </a:defRPr>
      </a:lvl5pPr>
      <a:lvl6pPr marL="457200" algn="l" rtl="0" fontAlgn="base">
        <a:spcBef>
          <a:spcPct val="0"/>
        </a:spcBef>
        <a:spcAft>
          <a:spcPct val="0"/>
        </a:spcAft>
        <a:defRPr sz="4000">
          <a:solidFill>
            <a:schemeClr val="tx2"/>
          </a:solidFill>
          <a:latin typeface="Century Gothic" panose="020B0502020202020204" pitchFamily="34" charset="0"/>
        </a:defRPr>
      </a:lvl6pPr>
      <a:lvl7pPr marL="914400" algn="l" rtl="0" fontAlgn="base">
        <a:spcBef>
          <a:spcPct val="0"/>
        </a:spcBef>
        <a:spcAft>
          <a:spcPct val="0"/>
        </a:spcAft>
        <a:defRPr sz="4000">
          <a:solidFill>
            <a:schemeClr val="tx2"/>
          </a:solidFill>
          <a:latin typeface="Century Gothic" panose="020B0502020202020204" pitchFamily="34" charset="0"/>
        </a:defRPr>
      </a:lvl7pPr>
      <a:lvl8pPr marL="1371600" algn="l" rtl="0" fontAlgn="base">
        <a:spcBef>
          <a:spcPct val="0"/>
        </a:spcBef>
        <a:spcAft>
          <a:spcPct val="0"/>
        </a:spcAft>
        <a:defRPr sz="4000">
          <a:solidFill>
            <a:schemeClr val="tx2"/>
          </a:solidFill>
          <a:latin typeface="Century Gothic" panose="020B0502020202020204" pitchFamily="34" charset="0"/>
        </a:defRPr>
      </a:lvl8pPr>
      <a:lvl9pPr marL="1828800" algn="l" rtl="0" fontAlgn="base">
        <a:spcBef>
          <a:spcPct val="0"/>
        </a:spcBef>
        <a:spcAft>
          <a:spcPct val="0"/>
        </a:spcAft>
        <a:defRPr sz="4000">
          <a:solidFill>
            <a:schemeClr val="tx2"/>
          </a:solidFill>
          <a:latin typeface="Century Gothic" panose="020B0502020202020204"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25FE1B55-9D1F-C1C3-7171-80B9FC41DE80}"/>
              </a:ext>
            </a:extLst>
          </p:cNvPr>
          <p:cNvSpPr>
            <a:spLocks noGrp="1"/>
          </p:cNvSpPr>
          <p:nvPr>
            <p:ph type="subTitle" idx="1"/>
          </p:nvPr>
        </p:nvSpPr>
        <p:spPr>
          <a:ln>
            <a:solidFill>
              <a:schemeClr val="bg1"/>
            </a:solidFill>
          </a:ln>
        </p:spPr>
        <p:txBody>
          <a:bodyPr/>
          <a:lstStyle/>
          <a:p>
            <a:pPr>
              <a:defRPr/>
            </a:pPr>
            <a:endParaRPr lang="en-IN" dirty="0"/>
          </a:p>
          <a:p>
            <a:pPr>
              <a:defRPr/>
            </a:pPr>
            <a:endParaRPr lang="en-IN" dirty="0"/>
          </a:p>
        </p:txBody>
      </p:sp>
      <p:sp>
        <p:nvSpPr>
          <p:cNvPr id="8195" name="Title 2">
            <a:extLst>
              <a:ext uri="{FF2B5EF4-FFF2-40B4-BE49-F238E27FC236}">
                <a16:creationId xmlns:a16="http://schemas.microsoft.com/office/drawing/2014/main" id="{2DFC9CD3-1DDF-0124-EEFF-15467729B8F9}"/>
              </a:ext>
            </a:extLst>
          </p:cNvPr>
          <p:cNvSpPr>
            <a:spLocks noGrp="1" noChangeArrowheads="1"/>
          </p:cNvSpPr>
          <p:nvPr>
            <p:ph type="ctrTitle"/>
          </p:nvPr>
        </p:nvSpPr>
        <p:spPr>
          <a:xfrm>
            <a:off x="609600" y="1506538"/>
            <a:ext cx="10972800" cy="1470025"/>
          </a:xfrm>
        </p:spPr>
        <p:txBody>
          <a:bodyPr/>
          <a:lstStyle/>
          <a:p>
            <a:r>
              <a:rPr lang="en-IN" altLang="en-US"/>
              <a:t>Information Slide</a:t>
            </a:r>
          </a:p>
        </p:txBody>
      </p:sp>
      <p:sp>
        <p:nvSpPr>
          <p:cNvPr id="4" name="TextBox 3">
            <a:extLst>
              <a:ext uri="{FF2B5EF4-FFF2-40B4-BE49-F238E27FC236}">
                <a16:creationId xmlns:a16="http://schemas.microsoft.com/office/drawing/2014/main" id="{E5CCE7AF-A055-7CFE-C9B5-DD2F82A93CEE}"/>
              </a:ext>
            </a:extLst>
          </p:cNvPr>
          <p:cNvSpPr txBox="1"/>
          <p:nvPr/>
        </p:nvSpPr>
        <p:spPr bwMode="auto">
          <a:xfrm>
            <a:off x="1792941" y="3244334"/>
            <a:ext cx="88033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en-US" sz="2400" b="1" dirty="0">
                <a:solidFill>
                  <a:srgbClr val="FF0000"/>
                </a:solidFill>
                <a:latin typeface="Times New Roman" panose="02020603050405020304" pitchFamily="18" charset="0"/>
                <a:cs typeface="Times New Roman" panose="02020603050405020304" pitchFamily="18" charset="0"/>
              </a:rPr>
              <a:t>“RFID and Facial </a:t>
            </a:r>
            <a:r>
              <a:rPr lang="en-US" altLang="en-US" sz="2400" b="1" dirty="0" err="1">
                <a:solidFill>
                  <a:srgbClr val="FF0000"/>
                </a:solidFill>
                <a:latin typeface="Times New Roman" panose="02020603050405020304" pitchFamily="18" charset="0"/>
                <a:cs typeface="Times New Roman" panose="02020603050405020304" pitchFamily="18" charset="0"/>
              </a:rPr>
              <a:t>Recognisation</a:t>
            </a:r>
            <a:r>
              <a:rPr lang="en-US" altLang="en-US" sz="2400" b="1" dirty="0">
                <a:solidFill>
                  <a:srgbClr val="FF0000"/>
                </a:solidFill>
                <a:latin typeface="Times New Roman" panose="02020603050405020304" pitchFamily="18" charset="0"/>
                <a:cs typeface="Times New Roman" panose="02020603050405020304" pitchFamily="18" charset="0"/>
              </a:rPr>
              <a:t> :Streamlined </a:t>
            </a:r>
            <a:r>
              <a:rPr lang="en-US" altLang="en-US" sz="2400" b="1" dirty="0" err="1">
                <a:solidFill>
                  <a:srgbClr val="FF0000"/>
                </a:solidFill>
                <a:latin typeface="Times New Roman" panose="02020603050405020304" pitchFamily="18" charset="0"/>
                <a:cs typeface="Times New Roman" panose="02020603050405020304" pitchFamily="18" charset="0"/>
              </a:rPr>
              <a:t>Attendence</a:t>
            </a:r>
            <a:r>
              <a:rPr lang="en-US" altLang="en-US" sz="2400" b="1" dirty="0">
                <a:solidFill>
                  <a:srgbClr val="FF0000"/>
                </a:solidFill>
                <a:latin typeface="Times New Roman" panose="02020603050405020304" pitchFamily="18" charset="0"/>
                <a:cs typeface="Times New Roman" panose="02020603050405020304" pitchFamily="18" charset="0"/>
              </a:rPr>
              <a:t>”</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A6127FE-7442-96F1-098A-D6BA1D9CB48B}"/>
              </a:ext>
            </a:extLst>
          </p:cNvPr>
          <p:cNvSpPr>
            <a:spLocks noGrp="1"/>
          </p:cNvSpPr>
          <p:nvPr>
            <p:ph type="subTitle" idx="1"/>
          </p:nvPr>
        </p:nvSpPr>
        <p:spPr>
          <a:xfrm>
            <a:off x="173038" y="3065463"/>
            <a:ext cx="11857037" cy="3633787"/>
          </a:xfrm>
        </p:spPr>
        <p:txBody>
          <a:bodyPr>
            <a:normAutofit fontScale="25000" lnSpcReduction="20000"/>
          </a:bodyPr>
          <a:lstStyle/>
          <a:p>
            <a:pPr eaLnBrk="1" fontAlgn="auto" hangingPunct="1">
              <a:lnSpc>
                <a:spcPct val="120000"/>
              </a:lnSpc>
              <a:spcBef>
                <a:spcPts val="580"/>
              </a:spcBef>
              <a:spcAft>
                <a:spcPts val="0"/>
              </a:spcAft>
              <a:buFont typeface="Wingdings 2"/>
              <a:buNone/>
              <a:defRPr/>
            </a:pPr>
            <a:endParaRPr lang="en-US" sz="4300" b="1" dirty="0">
              <a:solidFill>
                <a:schemeClr val="accent5">
                  <a:lumMod val="50000"/>
                </a:schemeClr>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eaLnBrk="1" fontAlgn="auto" hangingPunct="1">
              <a:lnSpc>
                <a:spcPct val="120000"/>
              </a:lnSpc>
              <a:spcBef>
                <a:spcPts val="580"/>
              </a:spcBef>
              <a:spcAft>
                <a:spcPts val="0"/>
              </a:spcAft>
              <a:buFont typeface="Wingdings 2"/>
              <a:buNone/>
              <a:defRPr/>
            </a:pPr>
            <a:r>
              <a:rPr lang="en-US" sz="11200" b="1" dirty="0">
                <a:solidFill>
                  <a:srgbClr val="00B050"/>
                </a:solidFill>
                <a:latin typeface="Times New Roman" panose="02020603050405020304" pitchFamily="18" charset="0"/>
                <a:ea typeface="Microsoft Sans Serif" panose="020B0604020202020204" pitchFamily="34" charset="0"/>
                <a:cs typeface="Times New Roman" panose="02020603050405020304" pitchFamily="18" charset="0"/>
              </a:rPr>
              <a:t>Presented by:</a:t>
            </a:r>
          </a:p>
          <a:p>
            <a:pPr eaLnBrk="1" fontAlgn="auto" hangingPunct="1">
              <a:lnSpc>
                <a:spcPct val="120000"/>
              </a:lnSpc>
              <a:spcBef>
                <a:spcPts val="580"/>
              </a:spcBef>
              <a:spcAft>
                <a:spcPts val="0"/>
              </a:spcAft>
              <a:buFont typeface="Wingdings 2"/>
              <a:buNone/>
              <a:defRPr/>
            </a:pPr>
            <a:r>
              <a:rPr lang="en-US" sz="620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22491A0470 </a:t>
            </a:r>
            <a:r>
              <a:rPr lang="en-US" sz="6200" b="1" dirty="0" err="1">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Bailadugu</a:t>
            </a:r>
            <a:r>
              <a:rPr lang="en-US" sz="620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Bhuvaneswari</a:t>
            </a:r>
          </a:p>
          <a:p>
            <a:pPr eaLnBrk="1" fontAlgn="auto" hangingPunct="1">
              <a:lnSpc>
                <a:spcPct val="120000"/>
              </a:lnSpc>
              <a:spcBef>
                <a:spcPts val="580"/>
              </a:spcBef>
              <a:spcAft>
                <a:spcPts val="0"/>
              </a:spcAft>
              <a:buFont typeface="Wingdings 2"/>
              <a:buNone/>
              <a:defRPr/>
            </a:pPr>
            <a:r>
              <a:rPr lang="en-US" sz="620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22491A04W3 </a:t>
            </a:r>
            <a:r>
              <a:rPr lang="en-US" sz="6200" b="1" dirty="0" err="1">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Vadlamudi</a:t>
            </a:r>
            <a:r>
              <a:rPr lang="en-US" sz="620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Vanaja</a:t>
            </a:r>
          </a:p>
          <a:p>
            <a:pPr eaLnBrk="1" fontAlgn="auto" hangingPunct="1">
              <a:lnSpc>
                <a:spcPct val="120000"/>
              </a:lnSpc>
              <a:spcBef>
                <a:spcPts val="580"/>
              </a:spcBef>
              <a:spcAft>
                <a:spcPts val="0"/>
              </a:spcAft>
              <a:buFont typeface="Wingdings 2"/>
              <a:buNone/>
              <a:defRPr/>
            </a:pPr>
            <a:r>
              <a:rPr lang="en-US" sz="620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22491A04L3 </a:t>
            </a:r>
            <a:r>
              <a:rPr lang="en-US" sz="6200" b="1" dirty="0" err="1">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Kanagala</a:t>
            </a:r>
            <a:r>
              <a:rPr lang="en-US" sz="620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a:t>
            </a:r>
            <a:r>
              <a:rPr lang="en-US" sz="6200" b="1" dirty="0" err="1">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Poojitha</a:t>
            </a:r>
            <a:endParaRPr lang="en-US" sz="620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a:p>
            <a:pPr eaLnBrk="1" fontAlgn="auto" hangingPunct="1">
              <a:lnSpc>
                <a:spcPct val="120000"/>
              </a:lnSpc>
              <a:spcBef>
                <a:spcPts val="580"/>
              </a:spcBef>
              <a:spcAft>
                <a:spcPts val="0"/>
              </a:spcAft>
              <a:buFont typeface="Wingdings 2"/>
              <a:buNone/>
              <a:defRPr/>
            </a:pPr>
            <a:r>
              <a:rPr lang="en-US" sz="620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22491A04C9 </a:t>
            </a:r>
            <a:r>
              <a:rPr lang="en-US" sz="6200" b="1" dirty="0" err="1">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Vengala</a:t>
            </a:r>
            <a:r>
              <a:rPr lang="en-US" sz="620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a:t>
            </a:r>
            <a:r>
              <a:rPr lang="en-US" sz="6200" b="1" dirty="0" err="1">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srinivasula</a:t>
            </a:r>
            <a:r>
              <a:rPr lang="en-US" sz="620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Reddy</a:t>
            </a:r>
          </a:p>
          <a:p>
            <a:pPr eaLnBrk="1" fontAlgn="auto" hangingPunct="1">
              <a:lnSpc>
                <a:spcPct val="120000"/>
              </a:lnSpc>
              <a:spcBef>
                <a:spcPts val="580"/>
              </a:spcBef>
              <a:spcAft>
                <a:spcPts val="0"/>
              </a:spcAft>
              <a:buFont typeface="Wingdings 2"/>
              <a:buNone/>
              <a:defRPr/>
            </a:pPr>
            <a:r>
              <a:rPr lang="en-US" sz="620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22491A04I7 </a:t>
            </a:r>
            <a:r>
              <a:rPr lang="en-US" sz="6200" b="1" dirty="0" err="1">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Suddikattu</a:t>
            </a:r>
            <a:r>
              <a:rPr lang="en-US" sz="620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Vamsi</a:t>
            </a:r>
          </a:p>
          <a:p>
            <a:pPr eaLnBrk="1" fontAlgn="auto" hangingPunct="1">
              <a:lnSpc>
                <a:spcPct val="120000"/>
              </a:lnSpc>
              <a:spcBef>
                <a:spcPts val="580"/>
              </a:spcBef>
              <a:spcAft>
                <a:spcPts val="0"/>
              </a:spcAft>
              <a:buFont typeface="Wingdings 2"/>
              <a:buNone/>
              <a:defRPr/>
            </a:pPr>
            <a:r>
              <a:rPr lang="en-US" sz="620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22491A0442 </a:t>
            </a:r>
            <a:r>
              <a:rPr lang="en-US" sz="6200" b="1" dirty="0" err="1">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Perikala</a:t>
            </a:r>
            <a:r>
              <a:rPr lang="en-US" sz="620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Karthik</a:t>
            </a:r>
          </a:p>
          <a:p>
            <a:pPr eaLnBrk="1" fontAlgn="auto" hangingPunct="1">
              <a:lnSpc>
                <a:spcPct val="120000"/>
              </a:lnSpc>
              <a:spcBef>
                <a:spcPts val="580"/>
              </a:spcBef>
              <a:spcAft>
                <a:spcPts val="0"/>
              </a:spcAft>
              <a:buFont typeface="Wingdings 2"/>
              <a:buNone/>
              <a:defRPr/>
            </a:pPr>
            <a:endParaRPr lang="en-US" sz="620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a:p>
            <a:pPr eaLnBrk="1" fontAlgn="auto" hangingPunct="1">
              <a:lnSpc>
                <a:spcPct val="120000"/>
              </a:lnSpc>
              <a:spcBef>
                <a:spcPts val="580"/>
              </a:spcBef>
              <a:spcAft>
                <a:spcPts val="0"/>
              </a:spcAft>
              <a:buFont typeface="Wingdings 2"/>
              <a:buNone/>
              <a:defRPr/>
            </a:pPr>
            <a:endParaRPr lang="en-US" sz="350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a:p>
            <a:pPr algn="r" eaLnBrk="1" fontAlgn="auto" hangingPunct="1">
              <a:lnSpc>
                <a:spcPct val="120000"/>
              </a:lnSpc>
              <a:spcBef>
                <a:spcPts val="580"/>
              </a:spcBef>
              <a:spcAft>
                <a:spcPts val="0"/>
              </a:spcAft>
              <a:buFont typeface="Wingdings 2"/>
              <a:buNone/>
              <a:defRPr/>
            </a:pPr>
            <a:r>
              <a:rPr lang="en-US" sz="4300" b="1" i="1" dirty="0">
                <a:solidFill>
                  <a:srgbClr val="00B050"/>
                </a:solidFill>
                <a:latin typeface="Times New Roman" panose="02020603050405020304" pitchFamily="18" charset="0"/>
                <a:ea typeface="Microsoft Sans Serif" panose="020B0604020202020204" pitchFamily="34" charset="0"/>
                <a:cs typeface="Times New Roman" panose="02020603050405020304" pitchFamily="18" charset="0"/>
              </a:rPr>
              <a:t>	Under the Guidance of                                          </a:t>
            </a:r>
          </a:p>
          <a:p>
            <a:pPr algn="r" eaLnBrk="1" fontAlgn="auto" hangingPunct="1">
              <a:lnSpc>
                <a:spcPct val="120000"/>
              </a:lnSpc>
              <a:spcBef>
                <a:spcPts val="580"/>
              </a:spcBef>
              <a:spcAft>
                <a:spcPts val="0"/>
              </a:spcAft>
              <a:buFont typeface="Wingdings 2"/>
              <a:buNone/>
              <a:defRPr/>
            </a:pPr>
            <a:r>
              <a:rPr lang="en-US" sz="4300" b="1" i="1" dirty="0">
                <a:solidFill>
                  <a:srgbClr val="002060"/>
                </a:solidFill>
                <a:latin typeface="Times New Roman" panose="02020603050405020304" pitchFamily="18" charset="0"/>
                <a:ea typeface="Microsoft Sans Serif" panose="020B0604020202020204" pitchFamily="34" charset="0"/>
                <a:cs typeface="Times New Roman" panose="02020603050405020304" pitchFamily="18" charset="0"/>
              </a:rPr>
              <a:t>Name</a:t>
            </a:r>
          </a:p>
          <a:p>
            <a:pPr algn="r" eaLnBrk="1" fontAlgn="auto" hangingPunct="1">
              <a:lnSpc>
                <a:spcPct val="120000"/>
              </a:lnSpc>
              <a:spcBef>
                <a:spcPts val="580"/>
              </a:spcBef>
              <a:spcAft>
                <a:spcPts val="0"/>
              </a:spcAft>
              <a:buFont typeface="Wingdings 2"/>
              <a:buNone/>
              <a:defRPr/>
            </a:pPr>
            <a:r>
              <a:rPr lang="en-US" sz="2300" b="1" i="1" dirty="0">
                <a:solidFill>
                  <a:srgbClr val="002060"/>
                </a:solidFill>
                <a:latin typeface="Times New Roman" panose="02020603050405020304" pitchFamily="18" charset="0"/>
                <a:ea typeface="Microsoft Sans Serif" panose="020B0604020202020204" pitchFamily="34" charset="0"/>
                <a:cs typeface="Times New Roman" panose="02020603050405020304" pitchFamily="18" charset="0"/>
              </a:rPr>
              <a:t>Assistant professor</a:t>
            </a:r>
          </a:p>
          <a:p>
            <a:pPr algn="r" eaLnBrk="1" fontAlgn="auto" hangingPunct="1">
              <a:lnSpc>
                <a:spcPct val="120000"/>
              </a:lnSpc>
              <a:spcBef>
                <a:spcPts val="580"/>
              </a:spcBef>
              <a:spcAft>
                <a:spcPts val="0"/>
              </a:spcAft>
              <a:buFont typeface="Wingdings 2"/>
              <a:buNone/>
              <a:defRPr/>
            </a:pPr>
            <a:r>
              <a:rPr lang="en-US" sz="2000" b="1" dirty="0">
                <a:latin typeface="Times New Roman" panose="02020603050405020304" pitchFamily="18" charset="0"/>
                <a:ea typeface="Microsoft Sans Serif" panose="020B0604020202020204" pitchFamily="34" charset="0"/>
                <a:cs typeface="Times New Roman" panose="02020603050405020304" pitchFamily="18" charset="0"/>
              </a:rPr>
              <a:t>Department of -----------------------  Engineering</a:t>
            </a:r>
          </a:p>
          <a:p>
            <a:pPr algn="r" eaLnBrk="1" fontAlgn="auto" hangingPunct="1">
              <a:lnSpc>
                <a:spcPct val="120000"/>
              </a:lnSpc>
              <a:spcBef>
                <a:spcPts val="580"/>
              </a:spcBef>
              <a:spcAft>
                <a:spcPts val="0"/>
              </a:spcAft>
              <a:buFont typeface="Wingdings 2"/>
              <a:buNone/>
              <a:defRPr/>
            </a:pPr>
            <a:endParaRPr lang="en-US" sz="4300" dirty="0">
              <a:latin typeface="Microsoft Sans Serif" panose="020B0604020202020204" pitchFamily="34" charset="0"/>
              <a:ea typeface="Microsoft Sans Serif" panose="020B0604020202020204" pitchFamily="34" charset="0"/>
              <a:cs typeface="Microsoft Sans Serif" panose="020B0604020202020204" pitchFamily="34" charset="0"/>
            </a:endParaRPr>
          </a:p>
          <a:p>
            <a:pPr eaLnBrk="1" fontAlgn="auto" hangingPunct="1">
              <a:spcBef>
                <a:spcPts val="580"/>
              </a:spcBef>
              <a:spcAft>
                <a:spcPts val="0"/>
              </a:spcAft>
              <a:buFont typeface="Wingdings 2"/>
              <a:buNone/>
              <a:defRPr/>
            </a:pPr>
            <a:endParaRPr lang="en-US" sz="4300" dirty="0"/>
          </a:p>
          <a:p>
            <a:pPr algn="r" eaLnBrk="1" fontAlgn="auto" hangingPunct="1">
              <a:lnSpc>
                <a:spcPct val="120000"/>
              </a:lnSpc>
              <a:spcBef>
                <a:spcPts val="580"/>
              </a:spcBef>
              <a:spcAft>
                <a:spcPts val="0"/>
              </a:spcAft>
              <a:buFont typeface="Wingdings 2"/>
              <a:buNone/>
              <a:defRPr/>
            </a:pPr>
            <a:endParaRPr lang="en-US" dirty="0"/>
          </a:p>
        </p:txBody>
      </p:sp>
      <p:sp>
        <p:nvSpPr>
          <p:cNvPr id="9219" name="Title 1">
            <a:extLst>
              <a:ext uri="{FF2B5EF4-FFF2-40B4-BE49-F238E27FC236}">
                <a16:creationId xmlns:a16="http://schemas.microsoft.com/office/drawing/2014/main" id="{B6F03E39-DAE3-F796-8ED5-91CF092B4229}"/>
              </a:ext>
            </a:extLst>
          </p:cNvPr>
          <p:cNvSpPr>
            <a:spLocks noGrp="1" noChangeArrowheads="1"/>
          </p:cNvSpPr>
          <p:nvPr>
            <p:ph type="ctrTitle"/>
          </p:nvPr>
        </p:nvSpPr>
        <p:spPr>
          <a:xfrm>
            <a:off x="263525" y="1465263"/>
            <a:ext cx="11998325" cy="1668462"/>
          </a:xfrm>
        </p:spPr>
        <p:txBody>
          <a:bodyPr/>
          <a:lstStyle/>
          <a:p>
            <a:pPr eaLnBrk="1" hangingPunct="1"/>
            <a:r>
              <a:rPr lang="en-US" altLang="en-US" sz="3200" dirty="0">
                <a:latin typeface="Times New Roman" panose="02020603050405020304" pitchFamily="18" charset="0"/>
                <a:cs typeface="Times New Roman" panose="02020603050405020304" pitchFamily="18" charset="0"/>
              </a:rPr>
              <a:t>SMART ATTENDANCE  USING RFID AND FACE DATA</a:t>
            </a:r>
            <a:endParaRPr altLang="en-US" sz="3200" b="1" dirty="0">
              <a:latin typeface="Times New Roman" panose="02020603050405020304" pitchFamily="18" charset="0"/>
              <a:ea typeface="Microsoft Sans Serif" panose="020B0604020202020204" pitchFamily="34" charset="0"/>
              <a:cs typeface="Times New Roman" panose="02020603050405020304" pitchFamily="18" charset="0"/>
            </a:endParaRPr>
          </a:p>
        </p:txBody>
      </p:sp>
      <p:pic>
        <p:nvPicPr>
          <p:cNvPr id="9220" name="Picture 1">
            <a:extLst>
              <a:ext uri="{FF2B5EF4-FFF2-40B4-BE49-F238E27FC236}">
                <a16:creationId xmlns:a16="http://schemas.microsoft.com/office/drawing/2014/main" id="{41A4713B-F508-C287-3380-61A873009C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E524FD-9B61-5C44-18AA-9E3DA5AAD2A3}"/>
              </a:ext>
            </a:extLst>
          </p:cNvPr>
          <p:cNvSpPr>
            <a:spLocks noGrp="1"/>
          </p:cNvSpPr>
          <p:nvPr>
            <p:ph sz="quarter" idx="1"/>
          </p:nvPr>
        </p:nvSpPr>
        <p:spPr>
          <a:xfrm>
            <a:off x="1219200" y="509588"/>
            <a:ext cx="9496425" cy="5827712"/>
          </a:xfrm>
        </p:spPr>
        <p:txBody>
          <a:bodyPr>
            <a:noAutofit/>
          </a:bodyPr>
          <a:lstStyle/>
          <a:p>
            <a:pPr marL="274320" indent="-457063" eaLnBrk="1" fontAlgn="auto" hangingPunct="1">
              <a:spcBef>
                <a:spcPts val="800"/>
              </a:spcBef>
              <a:spcAft>
                <a:spcPts val="800"/>
              </a:spcAft>
              <a:buFont typeface="Wingdings" panose="05000000000000000000" pitchFamily="2" charset="2"/>
              <a:buChar char="q"/>
              <a:defRPr/>
            </a:pPr>
            <a:r>
              <a:rPr lang="en-IN" sz="11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Abstract</a:t>
            </a:r>
          </a:p>
          <a:p>
            <a:pPr marL="274320" indent="-457063" eaLnBrk="1" fontAlgn="auto" hangingPunct="1">
              <a:spcBef>
                <a:spcPts val="800"/>
              </a:spcBef>
              <a:spcAft>
                <a:spcPts val="800"/>
              </a:spcAft>
              <a:buFont typeface="Wingdings" panose="05000000000000000000" pitchFamily="2" charset="2"/>
              <a:buChar char="q"/>
              <a:defRPr/>
            </a:pPr>
            <a:r>
              <a:rPr lang="en-IN" sz="11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Introduction</a:t>
            </a:r>
          </a:p>
          <a:p>
            <a:pPr marL="274320" indent="-457063" eaLnBrk="1" fontAlgn="auto" hangingPunct="1">
              <a:spcBef>
                <a:spcPts val="800"/>
              </a:spcBef>
              <a:spcAft>
                <a:spcPts val="800"/>
              </a:spcAft>
              <a:buFont typeface="Wingdings" panose="05000000000000000000" pitchFamily="2" charset="2"/>
              <a:buChar char="q"/>
              <a:defRPr/>
            </a:pPr>
            <a:r>
              <a:rPr lang="en-IN" sz="11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Literature Review</a:t>
            </a:r>
          </a:p>
          <a:p>
            <a:pPr marL="274320" indent="-457063" eaLnBrk="1" fontAlgn="auto" hangingPunct="1">
              <a:spcBef>
                <a:spcPts val="800"/>
              </a:spcBef>
              <a:spcAft>
                <a:spcPts val="800"/>
              </a:spcAft>
              <a:buFont typeface="Wingdings" panose="05000000000000000000" pitchFamily="2" charset="2"/>
              <a:buChar char="q"/>
              <a:defRPr/>
            </a:pPr>
            <a:r>
              <a:rPr lang="en-IN" sz="11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Motivation</a:t>
            </a:r>
          </a:p>
          <a:p>
            <a:pPr marL="274320" indent="-457063" eaLnBrk="1" fontAlgn="auto" hangingPunct="1">
              <a:spcBef>
                <a:spcPts val="800"/>
              </a:spcBef>
              <a:spcAft>
                <a:spcPts val="800"/>
              </a:spcAft>
              <a:buFont typeface="Wingdings" panose="05000000000000000000" pitchFamily="2" charset="2"/>
              <a:buChar char="q"/>
              <a:defRPr/>
            </a:pPr>
            <a:r>
              <a:rPr lang="en-IN" sz="11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Objective</a:t>
            </a:r>
          </a:p>
          <a:p>
            <a:pPr marL="274320" indent="-457063" eaLnBrk="1" fontAlgn="auto" hangingPunct="1">
              <a:spcBef>
                <a:spcPts val="800"/>
              </a:spcBef>
              <a:spcAft>
                <a:spcPts val="800"/>
              </a:spcAft>
              <a:buFont typeface="Wingdings" panose="05000000000000000000" pitchFamily="2" charset="2"/>
              <a:buChar char="q"/>
              <a:defRPr/>
            </a:pPr>
            <a:r>
              <a:rPr lang="en-IN" sz="11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Existing Method</a:t>
            </a:r>
          </a:p>
          <a:p>
            <a:pPr marL="274320" indent="-457063" eaLnBrk="1" fontAlgn="auto" hangingPunct="1">
              <a:spcBef>
                <a:spcPts val="800"/>
              </a:spcBef>
              <a:spcAft>
                <a:spcPts val="800"/>
              </a:spcAft>
              <a:buFont typeface="Wingdings" panose="05000000000000000000" pitchFamily="2" charset="2"/>
              <a:buChar char="q"/>
              <a:defRPr/>
            </a:pPr>
            <a:r>
              <a:rPr lang="en-IN" sz="11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Proposed Method</a:t>
            </a:r>
          </a:p>
          <a:p>
            <a:pPr marL="274320" indent="-457063" eaLnBrk="1" fontAlgn="auto" hangingPunct="1">
              <a:spcBef>
                <a:spcPts val="800"/>
              </a:spcBef>
              <a:spcAft>
                <a:spcPts val="800"/>
              </a:spcAft>
              <a:buFont typeface="Wingdings" panose="05000000000000000000" pitchFamily="2" charset="2"/>
              <a:buChar char="q"/>
              <a:defRPr/>
            </a:pPr>
            <a:r>
              <a:rPr lang="en-US" sz="11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Hardware &amp; Software Involved</a:t>
            </a:r>
            <a:endParaRPr lang="en-IN" sz="11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a:p>
            <a:pPr marL="274320" indent="-457063" eaLnBrk="1" fontAlgn="auto" hangingPunct="1">
              <a:spcBef>
                <a:spcPts val="800"/>
              </a:spcBef>
              <a:spcAft>
                <a:spcPts val="800"/>
              </a:spcAft>
              <a:buFont typeface="Wingdings" panose="05000000000000000000" pitchFamily="2" charset="2"/>
              <a:buChar char="q"/>
              <a:defRPr/>
            </a:pPr>
            <a:r>
              <a:rPr lang="en-IN" sz="11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Advantages And Application</a:t>
            </a:r>
          </a:p>
          <a:p>
            <a:pPr marL="274320" indent="-457063" eaLnBrk="1" fontAlgn="auto" hangingPunct="1">
              <a:spcBef>
                <a:spcPts val="800"/>
              </a:spcBef>
              <a:spcAft>
                <a:spcPts val="800"/>
              </a:spcAft>
              <a:buFont typeface="Wingdings" panose="05000000000000000000" pitchFamily="2" charset="2"/>
              <a:buChar char="q"/>
              <a:defRPr/>
            </a:pPr>
            <a:r>
              <a:rPr lang="en-US" sz="11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System Architecture/Proposed Work Block Diagram</a:t>
            </a:r>
          </a:p>
          <a:p>
            <a:pPr marL="274320" indent="-457063" eaLnBrk="1" fontAlgn="auto" hangingPunct="1">
              <a:spcBef>
                <a:spcPts val="800"/>
              </a:spcBef>
              <a:spcAft>
                <a:spcPts val="800"/>
              </a:spcAft>
              <a:buFont typeface="Wingdings" panose="05000000000000000000" pitchFamily="2" charset="2"/>
              <a:buChar char="q"/>
              <a:defRPr/>
            </a:pPr>
            <a:r>
              <a:rPr lang="en-US" sz="11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UML Diagrams (CSE &amp; Allied)/DFD CSE &amp; Allied / Prototype (Others)</a:t>
            </a:r>
          </a:p>
          <a:p>
            <a:pPr marL="274320" indent="-457063" eaLnBrk="1" fontAlgn="auto" hangingPunct="1">
              <a:spcBef>
                <a:spcPts val="800"/>
              </a:spcBef>
              <a:spcAft>
                <a:spcPts val="800"/>
              </a:spcAft>
              <a:buFont typeface="Wingdings" panose="05000000000000000000" pitchFamily="2" charset="2"/>
              <a:buChar char="q"/>
              <a:defRPr/>
            </a:pPr>
            <a:r>
              <a:rPr lang="en-US" sz="11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Implementation(part Of The Code)</a:t>
            </a:r>
          </a:p>
          <a:p>
            <a:pPr marL="274320" indent="-457063" eaLnBrk="1" fontAlgn="auto" hangingPunct="1">
              <a:spcBef>
                <a:spcPts val="800"/>
              </a:spcBef>
              <a:spcAft>
                <a:spcPts val="800"/>
              </a:spcAft>
              <a:buFont typeface="Wingdings" panose="05000000000000000000" pitchFamily="2" charset="2"/>
              <a:buChar char="q"/>
              <a:defRPr/>
            </a:pPr>
            <a:r>
              <a:rPr lang="en-US" sz="11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Testing/Simulation</a:t>
            </a:r>
          </a:p>
          <a:p>
            <a:pPr marL="274320" indent="-457063" eaLnBrk="1" fontAlgn="auto" hangingPunct="1">
              <a:spcBef>
                <a:spcPts val="800"/>
              </a:spcBef>
              <a:spcAft>
                <a:spcPts val="800"/>
              </a:spcAft>
              <a:buFont typeface="Wingdings" panose="05000000000000000000" pitchFamily="2" charset="2"/>
              <a:buChar char="q"/>
              <a:defRPr/>
            </a:pPr>
            <a:r>
              <a:rPr lang="en-US" sz="11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Results And Discussions</a:t>
            </a:r>
          </a:p>
          <a:p>
            <a:pPr marL="274320" indent="-457063" eaLnBrk="1" fontAlgn="auto" hangingPunct="1">
              <a:spcBef>
                <a:spcPts val="800"/>
              </a:spcBef>
              <a:spcAft>
                <a:spcPts val="800"/>
              </a:spcAft>
              <a:buFont typeface="Wingdings" panose="05000000000000000000" pitchFamily="2" charset="2"/>
              <a:buChar char="q"/>
              <a:defRPr/>
            </a:pPr>
            <a:r>
              <a:rPr lang="en-US" sz="11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Conclusions And Future Scope</a:t>
            </a:r>
          </a:p>
          <a:p>
            <a:pPr marL="274320" indent="-457063" eaLnBrk="1" fontAlgn="auto" hangingPunct="1">
              <a:spcBef>
                <a:spcPts val="800"/>
              </a:spcBef>
              <a:spcAft>
                <a:spcPts val="800"/>
              </a:spcAft>
              <a:buFont typeface="Wingdings" panose="05000000000000000000" pitchFamily="2" charset="2"/>
              <a:buChar char="q"/>
              <a:defRPr/>
            </a:pPr>
            <a:r>
              <a:rPr lang="en-IN" sz="11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References</a:t>
            </a:r>
          </a:p>
          <a:p>
            <a:pPr marL="274320" indent="-274320" eaLnBrk="1" fontAlgn="auto" hangingPunct="1">
              <a:spcBef>
                <a:spcPts val="580"/>
              </a:spcBef>
              <a:spcAft>
                <a:spcPts val="0"/>
              </a:spcAft>
              <a:buFont typeface="Wingdings 2"/>
              <a:buChar char=""/>
              <a:defRPr/>
            </a:pPr>
            <a:endParaRPr lang="en-IN" sz="1100" dirty="0">
              <a:solidFill>
                <a:schemeClr val="bg2">
                  <a:lumMod val="50000"/>
                </a:schemeClr>
              </a:solidFill>
            </a:endParaRPr>
          </a:p>
        </p:txBody>
      </p:sp>
      <p:sp>
        <p:nvSpPr>
          <p:cNvPr id="2" name="Title 1">
            <a:extLst>
              <a:ext uri="{FF2B5EF4-FFF2-40B4-BE49-F238E27FC236}">
                <a16:creationId xmlns:a16="http://schemas.microsoft.com/office/drawing/2014/main" id="{60602402-A2A6-C1C4-E27E-563BCA380A71}"/>
              </a:ext>
            </a:extLst>
          </p:cNvPr>
          <p:cNvSpPr>
            <a:spLocks noGrp="1"/>
          </p:cNvSpPr>
          <p:nvPr>
            <p:ph type="title"/>
          </p:nvPr>
        </p:nvSpPr>
        <p:spPr>
          <a:xfrm>
            <a:off x="358775" y="176213"/>
            <a:ext cx="11553825" cy="528637"/>
          </a:xfrm>
        </p:spPr>
        <p:txBody>
          <a:bodyPr>
            <a:normAutofit fontScale="90000"/>
          </a:bodyPr>
          <a:lstStyle/>
          <a:p>
            <a:pPr algn="ctr" eaLnBrk="1" fontAlgn="auto" hangingPunct="1">
              <a:spcAft>
                <a:spcPts val="0"/>
              </a:spcAft>
              <a:defRPr/>
            </a:pP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Outline</a:t>
            </a:r>
            <a:endParaRPr lang="en-IN" dirty="0">
              <a:solidFill>
                <a:schemeClr val="bg2">
                  <a:lumMod val="50000"/>
                </a:schemeClr>
              </a:solidFill>
              <a:latin typeface="Times New Roman" panose="02020603050405020304" pitchFamily="18" charset="0"/>
              <a:cs typeface="Times New Roman" panose="02020603050405020304" pitchFamily="18" charset="0"/>
            </a:endParaRPr>
          </a:p>
        </p:txBody>
      </p:sp>
      <p:pic>
        <p:nvPicPr>
          <p:cNvPr id="11268" name="Picture 4">
            <a:extLst>
              <a:ext uri="{FF2B5EF4-FFF2-40B4-BE49-F238E27FC236}">
                <a16:creationId xmlns:a16="http://schemas.microsoft.com/office/drawing/2014/main" id="{D1B6CAFB-7D79-D657-2F45-EA34B0047B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6">
            <a:extLst>
              <a:ext uri="{FF2B5EF4-FFF2-40B4-BE49-F238E27FC236}">
                <a16:creationId xmlns:a16="http://schemas.microsoft.com/office/drawing/2014/main" id="{7B913995-3854-4DC7-6498-4CED28C02C29}"/>
              </a:ext>
            </a:extLst>
          </p:cNvPr>
          <p:cNvSpPr>
            <a:spLocks noGrp="1"/>
          </p:cNvSpPr>
          <p:nvPr>
            <p:ph type="ftr" sz="quarter" idx="11"/>
          </p:nvPr>
        </p:nvSpPr>
        <p:spPr>
          <a:xfrm>
            <a:off x="358775" y="6224588"/>
            <a:ext cx="5283200" cy="457200"/>
          </a:xfrm>
        </p:spPr>
        <p:txBody>
          <a:bodyPr/>
          <a:lstStyle/>
          <a:p>
            <a:pPr>
              <a:defRPr/>
            </a:pPr>
            <a:r>
              <a:rPr lang="en-US" dirty="0"/>
              <a:t>Final Review</a:t>
            </a:r>
          </a:p>
        </p:txBody>
      </p:sp>
      <p:sp>
        <p:nvSpPr>
          <p:cNvPr id="4" name="Date Placeholder 3">
            <a:extLst>
              <a:ext uri="{FF2B5EF4-FFF2-40B4-BE49-F238E27FC236}">
                <a16:creationId xmlns:a16="http://schemas.microsoft.com/office/drawing/2014/main" id="{E176037B-AC7E-B979-8D70-4D79FBCA91E5}"/>
              </a:ext>
            </a:extLst>
          </p:cNvPr>
          <p:cNvSpPr>
            <a:spLocks noGrp="1"/>
          </p:cNvSpPr>
          <p:nvPr>
            <p:ph type="dt" sz="quarter" idx="10"/>
          </p:nvPr>
        </p:nvSpPr>
        <p:spPr/>
        <p:txBody>
          <a:bodyPr/>
          <a:lstStyle/>
          <a:p>
            <a:pPr>
              <a:defRPr/>
            </a:pPr>
            <a:r>
              <a:rPr lang="en-US"/>
              <a:t>Wednesday, November 26, 2024</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04288D-A0A6-CA15-A209-10DE94E95F23}"/>
              </a:ext>
            </a:extLst>
          </p:cNvPr>
          <p:cNvSpPr>
            <a:spLocks noGrp="1"/>
          </p:cNvSpPr>
          <p:nvPr>
            <p:ph sz="quarter" idx="1"/>
          </p:nvPr>
        </p:nvSpPr>
        <p:spPr/>
        <p:txBody>
          <a:bodyPr/>
          <a:lstStyle/>
          <a:p>
            <a:pPr>
              <a:buFont typeface="Wingdings 2" panose="05020102010507070707" pitchFamily="18" charset="2"/>
              <a:buChar char=""/>
              <a:defRPr/>
            </a:pPr>
            <a:r>
              <a:rPr lang="en-US" sz="1800" dirty="0">
                <a:solidFill>
                  <a:srgbClr val="273B68"/>
                </a:solidFill>
                <a:latin typeface="inherit"/>
              </a:rPr>
              <a:t>RFID &amp; Face Recognition for automatic and precise attendance.</a:t>
            </a:r>
            <a:endParaRPr lang="en-US" sz="1800" dirty="0">
              <a:solidFill>
                <a:srgbClr val="273B68"/>
              </a:solidFill>
              <a:latin typeface="Public Sans"/>
            </a:endParaRPr>
          </a:p>
          <a:p>
            <a:pPr>
              <a:buFont typeface="Wingdings 2" panose="05020102010507070707" pitchFamily="18" charset="2"/>
              <a:buChar char=""/>
              <a:defRPr/>
            </a:pPr>
            <a:r>
              <a:rPr lang="en-IN" sz="1800" dirty="0">
                <a:solidFill>
                  <a:srgbClr val="273B68"/>
                </a:solidFill>
                <a:latin typeface="inherit"/>
              </a:rPr>
              <a:t>Face recognition algorithm captures images of persons in action.</a:t>
            </a:r>
          </a:p>
          <a:p>
            <a:pPr>
              <a:buFont typeface="Wingdings 2" panose="05020102010507070707" pitchFamily="18" charset="2"/>
              <a:buChar char=""/>
              <a:defRPr/>
            </a:pPr>
            <a:r>
              <a:rPr lang="en-US" sz="1800" dirty="0">
                <a:solidFill>
                  <a:srgbClr val="273B68"/>
                </a:solidFill>
                <a:latin typeface="inherit"/>
              </a:rPr>
              <a:t>Adding the RFID feature requires dual authentication.</a:t>
            </a:r>
          </a:p>
          <a:p>
            <a:pPr>
              <a:buFont typeface="Wingdings 2" panose="05020102010507070707" pitchFamily="18" charset="2"/>
              <a:buChar char=""/>
              <a:defRPr/>
            </a:pPr>
            <a:r>
              <a:rPr lang="en-US" sz="1800" dirty="0">
                <a:solidFill>
                  <a:srgbClr val="273B68"/>
                </a:solidFill>
                <a:latin typeface="inherit"/>
              </a:rPr>
              <a:t>Prevent false attendance and abuse of time.</a:t>
            </a:r>
          </a:p>
          <a:p>
            <a:pPr>
              <a:buFont typeface="Wingdings 2" panose="05020102010507070707" pitchFamily="18" charset="2"/>
              <a:buChar char=""/>
              <a:defRPr/>
            </a:pPr>
            <a:r>
              <a:rPr lang="en-US" sz="1800" dirty="0">
                <a:solidFill>
                  <a:srgbClr val="273B68"/>
                </a:solidFill>
                <a:latin typeface="inherit"/>
              </a:rPr>
              <a:t>Easy to use system for tracking and logging.</a:t>
            </a:r>
          </a:p>
          <a:p>
            <a:pPr>
              <a:buFont typeface="Wingdings 2" panose="05020102010507070707" pitchFamily="18" charset="2"/>
              <a:buChar char=""/>
              <a:defRPr/>
            </a:pPr>
            <a:r>
              <a:rPr lang="en-US" sz="1800" dirty="0">
                <a:solidFill>
                  <a:srgbClr val="273B68"/>
                </a:solidFill>
                <a:latin typeface="inherit"/>
              </a:rPr>
              <a:t>Can be increased for many users.</a:t>
            </a:r>
          </a:p>
          <a:p>
            <a:pPr>
              <a:buFont typeface="Wingdings 2" panose="05020102010507070707" pitchFamily="18" charset="2"/>
              <a:buChar char=""/>
              <a:defRPr/>
            </a:pPr>
            <a:r>
              <a:rPr lang="en-US" sz="1800" dirty="0">
                <a:solidFill>
                  <a:srgbClr val="273B68"/>
                </a:solidFill>
                <a:latin typeface="inherit"/>
              </a:rPr>
              <a:t>Enhances time management and responsibility.</a:t>
            </a:r>
          </a:p>
          <a:p>
            <a:pPr>
              <a:buFont typeface="Wingdings 2" panose="05020102010507070707" pitchFamily="18" charset="2"/>
              <a:buChar char=""/>
              <a:defRPr/>
            </a:pPr>
            <a:r>
              <a:rPr lang="en-US" sz="1800" dirty="0">
                <a:solidFill>
                  <a:srgbClr val="273B68"/>
                </a:solidFill>
                <a:latin typeface="inherit"/>
              </a:rPr>
              <a:t>Easy to install and easy to storage </a:t>
            </a:r>
            <a:br>
              <a:rPr lang="en-US" dirty="0"/>
            </a:br>
            <a:endParaRPr lang="en-US" dirty="0">
              <a:solidFill>
                <a:srgbClr val="273B68"/>
              </a:solidFill>
              <a:latin typeface="Public Sans"/>
            </a:endParaRPr>
          </a:p>
          <a:p>
            <a:pPr>
              <a:defRPr/>
            </a:pPr>
            <a:endParaRPr lang="en-IN" dirty="0"/>
          </a:p>
        </p:txBody>
      </p:sp>
      <p:sp>
        <p:nvSpPr>
          <p:cNvPr id="3" name="Title 2">
            <a:extLst>
              <a:ext uri="{FF2B5EF4-FFF2-40B4-BE49-F238E27FC236}">
                <a16:creationId xmlns:a16="http://schemas.microsoft.com/office/drawing/2014/main" id="{01B1E8BE-EBD2-CA10-47D1-A77820D12E27}"/>
              </a:ext>
            </a:extLst>
          </p:cNvPr>
          <p:cNvSpPr>
            <a:spLocks noGrp="1"/>
          </p:cNvSpPr>
          <p:nvPr>
            <p:ph type="title"/>
          </p:nvPr>
        </p:nvSpPr>
        <p:spPr/>
        <p:txBody>
          <a:bodyPr/>
          <a:lstStyle/>
          <a:p>
            <a:pPr algn="ctr">
              <a:defRPr/>
            </a:pP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Abstract</a:t>
            </a:r>
            <a:endParaRPr lang="en-IN" dirty="0"/>
          </a:p>
        </p:txBody>
      </p:sp>
      <p:pic>
        <p:nvPicPr>
          <p:cNvPr id="13316" name="Picture 6">
            <a:extLst>
              <a:ext uri="{FF2B5EF4-FFF2-40B4-BE49-F238E27FC236}">
                <a16:creationId xmlns:a16="http://schemas.microsoft.com/office/drawing/2014/main" id="{0BC15A93-5727-D14D-2A8F-C92773E977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ooter Placeholder 7">
            <a:extLst>
              <a:ext uri="{FF2B5EF4-FFF2-40B4-BE49-F238E27FC236}">
                <a16:creationId xmlns:a16="http://schemas.microsoft.com/office/drawing/2014/main" id="{2AA03771-8DA7-6E24-DF45-159C3347AC6E}"/>
              </a:ext>
            </a:extLst>
          </p:cNvPr>
          <p:cNvSpPr>
            <a:spLocks noGrp="1"/>
          </p:cNvSpPr>
          <p:nvPr>
            <p:ph type="ftr" sz="quarter" idx="11"/>
          </p:nvPr>
        </p:nvSpPr>
        <p:spPr/>
        <p:txBody>
          <a:bodyPr/>
          <a:lstStyle/>
          <a:p>
            <a:pPr>
              <a:defRPr/>
            </a:pPr>
            <a:r>
              <a:rPr lang="en-US"/>
              <a:t>Final Review</a:t>
            </a:r>
          </a:p>
        </p:txBody>
      </p:sp>
      <p:sp>
        <p:nvSpPr>
          <p:cNvPr id="9" name="Date Placeholder 8">
            <a:extLst>
              <a:ext uri="{FF2B5EF4-FFF2-40B4-BE49-F238E27FC236}">
                <a16:creationId xmlns:a16="http://schemas.microsoft.com/office/drawing/2014/main" id="{7BFA8FFE-15F3-72B6-EE77-2E67AC15648B}"/>
              </a:ext>
            </a:extLst>
          </p:cNvPr>
          <p:cNvSpPr>
            <a:spLocks noGrp="1"/>
          </p:cNvSpPr>
          <p:nvPr>
            <p:ph type="dt" sz="quarter" idx="10"/>
          </p:nvPr>
        </p:nvSpPr>
        <p:spPr/>
        <p:txBody>
          <a:bodyPr/>
          <a:lstStyle/>
          <a:p>
            <a:pPr>
              <a:defRPr/>
            </a:pPr>
            <a:r>
              <a:rPr lang="en-US"/>
              <a:t>Wednesday, November 26, 2024</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46AAAC-F1E4-3A8D-B37D-9D5873EECF87}"/>
              </a:ext>
            </a:extLst>
          </p:cNvPr>
          <p:cNvSpPr>
            <a:spLocks noGrp="1"/>
          </p:cNvSpPr>
          <p:nvPr>
            <p:ph sz="quarter" idx="1"/>
          </p:nvPr>
        </p:nvSpPr>
        <p:spPr/>
        <p:txBody>
          <a:bodyPr>
            <a:normAutofit fontScale="92500" lnSpcReduction="20000"/>
          </a:bodyPr>
          <a:lstStyle/>
          <a:p>
            <a:pPr>
              <a:buFont typeface="Wingdings 2" panose="05020102010507070707" pitchFamily="18" charset="2"/>
              <a:buChar char=""/>
              <a:defRPr/>
            </a:pPr>
            <a:r>
              <a:rPr lang="en-US" sz="1900" dirty="0">
                <a:solidFill>
                  <a:srgbClr val="273B68"/>
                </a:solidFill>
                <a:latin typeface="Times New Roman" panose="02020603050405020304" pitchFamily="18" charset="0"/>
                <a:cs typeface="Times New Roman" panose="02020603050405020304" pitchFamily="18" charset="0"/>
              </a:rPr>
              <a:t>Smart attendance systems have taken the realm of attendance tracking to new heights by incorporating face capturing with RFID. Each individual is issued with a transportable blanket RFID tag within which this technology provides coverage without requiring sight. When the bearer enters a restricted zone such as a classroom or office, an electromagnetic sensor picks up the tag, and a reinforcing image is taken. The picture taken in this case is compared with the algorithm and the facial structure that was stored in the database and used to match faces with each other.</a:t>
            </a:r>
          </a:p>
          <a:p>
            <a:pPr marL="0" indent="0">
              <a:buFont typeface="Wingdings 2" panose="05020102010507070707" pitchFamily="18" charset="2"/>
              <a:buNone/>
              <a:defRPr/>
            </a:pPr>
            <a:endParaRPr lang="en-US" sz="1900" dirty="0">
              <a:solidFill>
                <a:srgbClr val="273B68"/>
              </a:solidFill>
              <a:latin typeface="Times New Roman" panose="02020603050405020304" pitchFamily="18" charset="0"/>
              <a:cs typeface="Times New Roman" panose="02020603050405020304" pitchFamily="18" charset="0"/>
            </a:endParaRPr>
          </a:p>
          <a:p>
            <a:pPr>
              <a:spcAft>
                <a:spcPts val="1200"/>
              </a:spcAft>
              <a:buFont typeface="Wingdings 2" panose="05020102010507070707" pitchFamily="18" charset="2"/>
              <a:buChar char=""/>
              <a:defRPr/>
            </a:pPr>
            <a:r>
              <a:rPr lang="en-US" sz="1900" dirty="0">
                <a:solidFill>
                  <a:srgbClr val="273B68"/>
                </a:solidFill>
                <a:latin typeface="Times New Roman" panose="02020603050405020304" pitchFamily="18" charset="0"/>
                <a:cs typeface="Times New Roman" panose="02020603050405020304" pitchFamily="18" charset="0"/>
              </a:rPr>
              <a:t>As soon as the system undergoes verification and identifies the individual, their participation is officially recorded automatically. With the use of this dual verification approach combining RFID with facial recognition accuracy issues such as proxy attendance and fraud are eliminated. It does so by automating the rollcall and signing in processes and making them almost unnecessary for the school administrators.</a:t>
            </a:r>
          </a:p>
          <a:p>
            <a:pPr marL="0" indent="0">
              <a:spcAft>
                <a:spcPts val="1200"/>
              </a:spcAft>
              <a:buFont typeface="Wingdings 2" panose="05020102010507070707" pitchFamily="18" charset="2"/>
              <a:buNone/>
              <a:defRPr/>
            </a:pPr>
            <a:endParaRPr lang="en-US" sz="1900" dirty="0">
              <a:solidFill>
                <a:srgbClr val="273B68"/>
              </a:solidFill>
              <a:latin typeface="Times New Roman" panose="02020603050405020304" pitchFamily="18" charset="0"/>
              <a:cs typeface="Times New Roman" panose="02020603050405020304" pitchFamily="18" charset="0"/>
            </a:endParaRPr>
          </a:p>
          <a:p>
            <a:pPr>
              <a:spcAft>
                <a:spcPts val="1200"/>
              </a:spcAft>
              <a:buFont typeface="Wingdings 2" panose="05020102010507070707" pitchFamily="18" charset="2"/>
              <a:buChar char=""/>
              <a:defRPr/>
            </a:pPr>
            <a:r>
              <a:rPr lang="en-US" sz="1900" dirty="0">
                <a:solidFill>
                  <a:srgbClr val="273B68"/>
                </a:solidFill>
                <a:latin typeface="Times New Roman" panose="02020603050405020304" pitchFamily="18" charset="0"/>
                <a:cs typeface="Times New Roman" panose="02020603050405020304" pitchFamily="18" charset="0"/>
              </a:rPr>
              <a:t>As it is highly adaptive, this system can fit to use at multiple applications co ranging from educational institutions to corporate offices and factories and other organizations as well. There is an increase in accountability and punctuality and reliability for attendance management as there is a simplified way for tracking, monitoring, and generating reports by the administrators. This in turn leads to </a:t>
            </a:r>
            <a:r>
              <a:rPr lang="en-US" sz="1900" dirty="0" err="1">
                <a:solidFill>
                  <a:srgbClr val="273B68"/>
                </a:solidFill>
                <a:latin typeface="Times New Roman" panose="02020603050405020304" pitchFamily="18" charset="0"/>
                <a:cs typeface="Times New Roman" panose="02020603050405020304" pitchFamily="18" charset="0"/>
              </a:rPr>
              <a:t>increa</a:t>
            </a:r>
            <a:r>
              <a:rPr lang="en-US" sz="1900" dirty="0">
                <a:solidFill>
                  <a:srgbClr val="273B68"/>
                </a:solidFill>
                <a:latin typeface="Times New Roman" panose="02020603050405020304" pitchFamily="18" charset="0"/>
                <a:cs typeface="Times New Roman" panose="02020603050405020304" pitchFamily="18" charset="0"/>
              </a:rPr>
              <a:t>.</a:t>
            </a:r>
            <a:endParaRPr lang="en-IN" sz="1900" b="1" dirty="0">
              <a:solidFill>
                <a:srgbClr val="C00000"/>
              </a:solidFill>
              <a:latin typeface="Times New Roman" panose="02020603050405020304" pitchFamily="18" charset="0"/>
              <a:cs typeface="Times New Roman" panose="02020603050405020304" pitchFamily="18" charset="0"/>
            </a:endParaRPr>
          </a:p>
          <a:p>
            <a:pPr marL="274320" indent="-457200" eaLnBrk="1" fontAlgn="auto" hangingPunct="1">
              <a:spcBef>
                <a:spcPts val="580"/>
              </a:spcBef>
              <a:spcAft>
                <a:spcPts val="0"/>
              </a:spcAft>
              <a:buFont typeface="Wingdings" panose="05000000000000000000" pitchFamily="2" charset="2"/>
              <a:buChar char="q"/>
              <a:defRPr/>
            </a:pPr>
            <a:endParaRPr lang="en-IN" sz="18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E8F63EA2-00B0-44E5-861F-09B5A846FD77}"/>
              </a:ext>
            </a:extLst>
          </p:cNvPr>
          <p:cNvSpPr>
            <a:spLocks noGrp="1"/>
          </p:cNvSpPr>
          <p:nvPr>
            <p:ph type="title"/>
          </p:nvPr>
        </p:nvSpPr>
        <p:spPr>
          <a:xfrm>
            <a:off x="944563" y="228600"/>
            <a:ext cx="10363200" cy="838200"/>
          </a:xfrm>
        </p:spPr>
        <p:txBody>
          <a:bodyPr>
            <a:normAutofit/>
          </a:bodyPr>
          <a:lstStyle/>
          <a:p>
            <a:pPr algn="ctr" eaLnBrk="1" fontAlgn="auto" hangingPunct="1">
              <a:spcAft>
                <a:spcPts val="0"/>
              </a:spcAft>
              <a:defRPr/>
            </a:pP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Introduction</a:t>
            </a:r>
          </a:p>
        </p:txBody>
      </p:sp>
      <p:pic>
        <p:nvPicPr>
          <p:cNvPr id="14340" name="Picture 4">
            <a:extLst>
              <a:ext uri="{FF2B5EF4-FFF2-40B4-BE49-F238E27FC236}">
                <a16:creationId xmlns:a16="http://schemas.microsoft.com/office/drawing/2014/main" id="{17A54252-9A63-E69B-C0AF-710BF5CD1B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5">
            <a:extLst>
              <a:ext uri="{FF2B5EF4-FFF2-40B4-BE49-F238E27FC236}">
                <a16:creationId xmlns:a16="http://schemas.microsoft.com/office/drawing/2014/main" id="{99B8CEF3-BE99-BA5E-A615-B57F3EE4F4DB}"/>
              </a:ext>
            </a:extLst>
          </p:cNvPr>
          <p:cNvSpPr>
            <a:spLocks noGrp="1"/>
          </p:cNvSpPr>
          <p:nvPr>
            <p:ph type="ftr" sz="quarter" idx="11"/>
          </p:nvPr>
        </p:nvSpPr>
        <p:spPr/>
        <p:txBody>
          <a:bodyPr/>
          <a:lstStyle/>
          <a:p>
            <a:pPr>
              <a:defRPr/>
            </a:pPr>
            <a:r>
              <a:rPr lang="en-US"/>
              <a:t>Final Review</a:t>
            </a:r>
          </a:p>
        </p:txBody>
      </p:sp>
      <p:sp>
        <p:nvSpPr>
          <p:cNvPr id="7" name="Date Placeholder 6">
            <a:extLst>
              <a:ext uri="{FF2B5EF4-FFF2-40B4-BE49-F238E27FC236}">
                <a16:creationId xmlns:a16="http://schemas.microsoft.com/office/drawing/2014/main" id="{F4ED38F0-A504-53EC-F3F0-9B2D43E61D1F}"/>
              </a:ext>
            </a:extLst>
          </p:cNvPr>
          <p:cNvSpPr>
            <a:spLocks noGrp="1"/>
          </p:cNvSpPr>
          <p:nvPr>
            <p:ph type="dt" sz="quarter" idx="10"/>
          </p:nvPr>
        </p:nvSpPr>
        <p:spPr/>
        <p:txBody>
          <a:bodyPr/>
          <a:lstStyle/>
          <a:p>
            <a:pPr>
              <a:defRPr/>
            </a:pPr>
            <a:r>
              <a:rPr lang="en-US"/>
              <a:t>Wednesday, November 26, 2024</a:t>
            </a: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Date Placeholder 1">
            <a:extLst>
              <a:ext uri="{FF2B5EF4-FFF2-40B4-BE49-F238E27FC236}">
                <a16:creationId xmlns:a16="http://schemas.microsoft.com/office/drawing/2014/main" id="{4577D224-9576-ED5C-3376-582F362D89F2}"/>
              </a:ext>
            </a:extLst>
          </p:cNvPr>
          <p:cNvSpPr>
            <a:spLocks noGrp="1" noChangeArrowheads="1"/>
          </p:cNvSpPr>
          <p:nvPr/>
        </p:nvSpPr>
        <p:spPr bwMode="auto">
          <a:xfrm>
            <a:off x="8277225" y="6111875"/>
            <a:ext cx="33020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575"/>
              </a:spcBef>
              <a:buClr>
                <a:schemeClr val="accent1"/>
              </a:buClr>
              <a:buSzPct val="85000"/>
              <a:buFont typeface="Wingdings 2" panose="05020102010507070707" pitchFamily="18" charset="2"/>
              <a:buChar char=""/>
              <a:defRPr sz="2600">
                <a:solidFill>
                  <a:schemeClr val="tx1"/>
                </a:solidFill>
                <a:latin typeface="Palatino Linotype" panose="02040502050505030304" pitchFamily="18" charset="0"/>
              </a:defRPr>
            </a:lvl1pPr>
            <a:lvl2pPr marL="547688" indent="-228600">
              <a:spcBef>
                <a:spcPts val="375"/>
              </a:spcBef>
              <a:buClr>
                <a:schemeClr val="accent2"/>
              </a:buClr>
              <a:buSzPct val="85000"/>
              <a:buFont typeface="Wingdings 2" panose="05020102010507070707" pitchFamily="18" charset="2"/>
              <a:buChar char=""/>
              <a:defRPr sz="2400">
                <a:solidFill>
                  <a:schemeClr val="tx1"/>
                </a:solidFill>
                <a:latin typeface="Palatino Linotype" panose="02040502050505030304" pitchFamily="18" charset="0"/>
              </a:defRPr>
            </a:lvl2pPr>
            <a:lvl3pPr marL="822325" indent="-228600">
              <a:spcBef>
                <a:spcPts val="375"/>
              </a:spcBef>
              <a:buClr>
                <a:srgbClr val="B1B8D2"/>
              </a:buClr>
              <a:buSzPct val="85000"/>
              <a:buFont typeface="Wingdings 2" panose="05020102010507070707" pitchFamily="18" charset="2"/>
              <a:buChar char=""/>
              <a:defRPr sz="2000">
                <a:solidFill>
                  <a:schemeClr val="tx1"/>
                </a:solidFill>
                <a:latin typeface="Palatino Linotype" panose="02040502050505030304" pitchFamily="18" charset="0"/>
              </a:defRPr>
            </a:lvl3pPr>
            <a:lvl4pPr marL="1096963" indent="-228600">
              <a:spcBef>
                <a:spcPts val="375"/>
              </a:spcBef>
              <a:buClr>
                <a:srgbClr val="297FD5"/>
              </a:buClr>
              <a:buSzPct val="80000"/>
              <a:buFont typeface="Wingdings 2" panose="05020102010507070707" pitchFamily="18" charset="2"/>
              <a:buChar char=""/>
              <a:defRPr sz="2000">
                <a:solidFill>
                  <a:schemeClr val="tx1"/>
                </a:solidFill>
                <a:latin typeface="Palatino Linotype" panose="02040502050505030304" pitchFamily="18" charset="0"/>
              </a:defRPr>
            </a:lvl4pPr>
            <a:lvl5pPr marL="1371600" indent="-228600">
              <a:spcBef>
                <a:spcPts val="375"/>
              </a:spcBef>
              <a:buClr>
                <a:srgbClr val="297FD5"/>
              </a:buClr>
              <a:buFont typeface="Arial" panose="020B0604020202020204" pitchFamily="34" charset="0"/>
              <a:buChar char="•"/>
              <a:defRPr sz="2000">
                <a:solidFill>
                  <a:schemeClr val="tx1"/>
                </a:solidFill>
                <a:latin typeface="Palatino Linotype" panose="02040502050505030304" pitchFamily="18" charset="0"/>
              </a:defRPr>
            </a:lvl5pPr>
            <a:lvl6pPr marL="1828800" indent="-228600" eaLnBrk="0" fontAlgn="base" hangingPunct="0">
              <a:spcBef>
                <a:spcPts val="375"/>
              </a:spcBef>
              <a:spcAft>
                <a:spcPct val="0"/>
              </a:spcAft>
              <a:buClr>
                <a:srgbClr val="297FD5"/>
              </a:buClr>
              <a:buFont typeface="Arial" panose="020B0604020202020204" pitchFamily="34" charset="0"/>
              <a:buChar char="•"/>
              <a:defRPr sz="2000">
                <a:solidFill>
                  <a:schemeClr val="tx1"/>
                </a:solidFill>
                <a:latin typeface="Palatino Linotype" panose="02040502050505030304" pitchFamily="18" charset="0"/>
              </a:defRPr>
            </a:lvl6pPr>
            <a:lvl7pPr marL="2286000" indent="-228600" eaLnBrk="0" fontAlgn="base" hangingPunct="0">
              <a:spcBef>
                <a:spcPts val="375"/>
              </a:spcBef>
              <a:spcAft>
                <a:spcPct val="0"/>
              </a:spcAft>
              <a:buClr>
                <a:srgbClr val="297FD5"/>
              </a:buClr>
              <a:buFont typeface="Arial" panose="020B0604020202020204" pitchFamily="34" charset="0"/>
              <a:buChar char="•"/>
              <a:defRPr sz="2000">
                <a:solidFill>
                  <a:schemeClr val="tx1"/>
                </a:solidFill>
                <a:latin typeface="Palatino Linotype" panose="02040502050505030304" pitchFamily="18" charset="0"/>
              </a:defRPr>
            </a:lvl7pPr>
            <a:lvl8pPr marL="2743200" indent="-228600" eaLnBrk="0" fontAlgn="base" hangingPunct="0">
              <a:spcBef>
                <a:spcPts val="375"/>
              </a:spcBef>
              <a:spcAft>
                <a:spcPct val="0"/>
              </a:spcAft>
              <a:buClr>
                <a:srgbClr val="297FD5"/>
              </a:buClr>
              <a:buFont typeface="Arial" panose="020B0604020202020204" pitchFamily="34" charset="0"/>
              <a:buChar char="•"/>
              <a:defRPr sz="2000">
                <a:solidFill>
                  <a:schemeClr val="tx1"/>
                </a:solidFill>
                <a:latin typeface="Palatino Linotype" panose="02040502050505030304" pitchFamily="18" charset="0"/>
              </a:defRPr>
            </a:lvl8pPr>
            <a:lvl9pPr marL="3200400" indent="-228600" eaLnBrk="0" fontAlgn="base" hangingPunct="0">
              <a:spcBef>
                <a:spcPts val="375"/>
              </a:spcBef>
              <a:spcAft>
                <a:spcPct val="0"/>
              </a:spcAft>
              <a:buClr>
                <a:srgbClr val="297FD5"/>
              </a:buClr>
              <a:buFont typeface="Arial" panose="020B0604020202020204" pitchFamily="34" charset="0"/>
              <a:buChar char="•"/>
              <a:defRPr sz="2000">
                <a:solidFill>
                  <a:schemeClr val="tx1"/>
                </a:solidFill>
                <a:latin typeface="Palatino Linotype" panose="02040502050505030304" pitchFamily="18" charset="0"/>
              </a:defRPr>
            </a:lvl9pPr>
          </a:lstStyle>
          <a:p>
            <a:pPr algn="r" eaLnBrk="1" hangingPunct="1">
              <a:spcBef>
                <a:spcPct val="0"/>
              </a:spcBef>
              <a:buClrTx/>
              <a:buSzTx/>
              <a:buFontTx/>
              <a:buNone/>
            </a:pPr>
            <a:fld id="{C9DA3C1A-D9DD-46FB-B74C-EEABB9EDCB41}" type="datetime2">
              <a:rPr lang="en-US" altLang="en-US" sz="1400">
                <a:solidFill>
                  <a:schemeClr val="tx2"/>
                </a:solidFill>
              </a:rPr>
              <a:pPr algn="r" eaLnBrk="1" hangingPunct="1">
                <a:spcBef>
                  <a:spcPct val="0"/>
                </a:spcBef>
                <a:buClrTx/>
                <a:buSzTx/>
                <a:buFontTx/>
                <a:buNone/>
              </a:pPr>
              <a:t>Monday, December 2, 2024</a:t>
            </a:fld>
            <a:endParaRPr lang="en-US" altLang="en-US" sz="1400">
              <a:solidFill>
                <a:schemeClr val="tx2"/>
              </a:solidFill>
            </a:endParaRPr>
          </a:p>
        </p:txBody>
      </p:sp>
      <p:sp>
        <p:nvSpPr>
          <p:cNvPr id="21" name="Slide Number Placeholder 3">
            <a:extLst>
              <a:ext uri="{FF2B5EF4-FFF2-40B4-BE49-F238E27FC236}">
                <a16:creationId xmlns:a16="http://schemas.microsoft.com/office/drawing/2014/main" id="{13253A76-8089-AE9E-D690-F5BF8939F294}"/>
              </a:ext>
            </a:extLst>
          </p:cNvPr>
          <p:cNvSpPr>
            <a:spLocks noGrp="1"/>
          </p:cNvSpPr>
          <p:nvPr/>
        </p:nvSpPr>
        <p:spPr>
          <a:xfrm>
            <a:off x="242888" y="6130925"/>
            <a:ext cx="609600" cy="457200"/>
          </a:xfrm>
          <a:prstGeom prst="ellipse">
            <a:avLst/>
          </a:prstGeom>
          <a:solidFill>
            <a:schemeClr val="bg2">
              <a:lumMod val="50000"/>
            </a:schemeClr>
          </a:solidFill>
          <a:ln>
            <a:solidFill>
              <a:schemeClr val="bg2">
                <a:lumMod val="50000"/>
              </a:schemeClr>
            </a:solidFill>
          </a:ln>
        </p:spPr>
        <p:txBody>
          <a:bodyPr wrap="none" lIns="0" tIns="0" rIns="0" bIns="0" anchor="ctr" anchorCtr="1"/>
          <a:lstStyle>
            <a:defPPr>
              <a:defRPr lang="en-US"/>
            </a:defPPr>
            <a:lvl1pPr algn="ctr" rtl="0" eaLnBrk="1" fontAlgn="base" hangingPunct="1">
              <a:spcBef>
                <a:spcPct val="0"/>
              </a:spcBef>
              <a:spcAft>
                <a:spcPct val="0"/>
              </a:spcAft>
              <a:defRPr sz="1400" kern="1200">
                <a:solidFill>
                  <a:schemeClr val="bg1"/>
                </a:solidFill>
                <a:latin typeface="Century Gothic" panose="020B0502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Palatino Linotype" panose="02040502050505030304" pitchFamily="18" charset="0"/>
                <a:ea typeface="+mn-ea"/>
                <a:cs typeface="+mn-cs"/>
              </a:defRPr>
            </a:lvl2pPr>
            <a:lvl3pPr marL="914400" algn="l" rtl="0" eaLnBrk="0" fontAlgn="base" hangingPunct="0">
              <a:spcBef>
                <a:spcPct val="0"/>
              </a:spcBef>
              <a:spcAft>
                <a:spcPct val="0"/>
              </a:spcAft>
              <a:defRPr kern="1200">
                <a:solidFill>
                  <a:schemeClr val="tx1"/>
                </a:solidFill>
                <a:latin typeface="Palatino Linotype" panose="02040502050505030304" pitchFamily="18" charset="0"/>
                <a:ea typeface="+mn-ea"/>
                <a:cs typeface="+mn-cs"/>
              </a:defRPr>
            </a:lvl3pPr>
            <a:lvl4pPr marL="1371600" algn="l" rtl="0" eaLnBrk="0" fontAlgn="base" hangingPunct="0">
              <a:spcBef>
                <a:spcPct val="0"/>
              </a:spcBef>
              <a:spcAft>
                <a:spcPct val="0"/>
              </a:spcAft>
              <a:defRPr kern="1200">
                <a:solidFill>
                  <a:schemeClr val="tx1"/>
                </a:solidFill>
                <a:latin typeface="Palatino Linotype" panose="02040502050505030304" pitchFamily="18" charset="0"/>
                <a:ea typeface="+mn-ea"/>
                <a:cs typeface="+mn-cs"/>
              </a:defRPr>
            </a:lvl4pPr>
            <a:lvl5pPr marL="1828800" algn="l" rtl="0" eaLnBrk="0" fontAlgn="base" hangingPunct="0">
              <a:spcBef>
                <a:spcPct val="0"/>
              </a:spcBef>
              <a:spcAft>
                <a:spcPct val="0"/>
              </a:spcAft>
              <a:defRPr kern="1200">
                <a:solidFill>
                  <a:schemeClr val="tx1"/>
                </a:solidFill>
                <a:latin typeface="Palatino Linotype" panose="02040502050505030304" pitchFamily="18" charset="0"/>
                <a:ea typeface="+mn-ea"/>
                <a:cs typeface="+mn-cs"/>
              </a:defRPr>
            </a:lvl5pPr>
            <a:lvl6pPr marL="2286000" algn="l" defTabSz="914400" rtl="0" eaLnBrk="1" latinLnBrk="0" hangingPunct="1">
              <a:defRPr kern="1200">
                <a:solidFill>
                  <a:schemeClr val="tx1"/>
                </a:solidFill>
                <a:latin typeface="Palatino Linotype" panose="02040502050505030304" pitchFamily="18" charset="0"/>
                <a:ea typeface="+mn-ea"/>
                <a:cs typeface="+mn-cs"/>
              </a:defRPr>
            </a:lvl6pPr>
            <a:lvl7pPr marL="2743200" algn="l" defTabSz="914400" rtl="0" eaLnBrk="1" latinLnBrk="0" hangingPunct="1">
              <a:defRPr kern="1200">
                <a:solidFill>
                  <a:schemeClr val="tx1"/>
                </a:solidFill>
                <a:latin typeface="Palatino Linotype" panose="02040502050505030304" pitchFamily="18" charset="0"/>
                <a:ea typeface="+mn-ea"/>
                <a:cs typeface="+mn-cs"/>
              </a:defRPr>
            </a:lvl7pPr>
            <a:lvl8pPr marL="3200400" algn="l" defTabSz="914400" rtl="0" eaLnBrk="1" latinLnBrk="0" hangingPunct="1">
              <a:defRPr kern="1200">
                <a:solidFill>
                  <a:schemeClr val="tx1"/>
                </a:solidFill>
                <a:latin typeface="Palatino Linotype" panose="02040502050505030304" pitchFamily="18" charset="0"/>
                <a:ea typeface="+mn-ea"/>
                <a:cs typeface="+mn-cs"/>
              </a:defRPr>
            </a:lvl8pPr>
            <a:lvl9pPr marL="3657600" algn="l" defTabSz="914400" rtl="0" eaLnBrk="1" latinLnBrk="0" hangingPunct="1">
              <a:defRPr kern="1200">
                <a:solidFill>
                  <a:schemeClr val="tx1"/>
                </a:solidFill>
                <a:latin typeface="Palatino Linotype" panose="02040502050505030304" pitchFamily="18" charset="0"/>
                <a:ea typeface="+mn-ea"/>
                <a:cs typeface="+mn-cs"/>
              </a:defRPr>
            </a:lvl9pPr>
          </a:lstStyle>
          <a:p>
            <a:pPr>
              <a:defRPr/>
            </a:pPr>
            <a:fld id="{91B5518B-FB08-429F-A4F5-B079416A4871}" type="slidenum">
              <a:rPr lang="en-US" altLang="en-US" smtClean="0"/>
              <a:pPr>
                <a:defRPr/>
              </a:pPr>
              <a:t>6</a:t>
            </a:fld>
            <a:endParaRPr lang="en-US" altLang="en-US"/>
          </a:p>
        </p:txBody>
      </p:sp>
      <p:sp>
        <p:nvSpPr>
          <p:cNvPr id="22" name="Title 6">
            <a:extLst>
              <a:ext uri="{FF2B5EF4-FFF2-40B4-BE49-F238E27FC236}">
                <a16:creationId xmlns:a16="http://schemas.microsoft.com/office/drawing/2014/main" id="{C9A28F29-8127-EEA5-F0B8-888EC09DEF78}"/>
              </a:ext>
            </a:extLst>
          </p:cNvPr>
          <p:cNvSpPr>
            <a:spLocks noGrp="1"/>
          </p:cNvSpPr>
          <p:nvPr/>
        </p:nvSpPr>
        <p:spPr bwMode="auto">
          <a:xfrm>
            <a:off x="938213" y="182563"/>
            <a:ext cx="10363200" cy="576262"/>
          </a:xfrm>
          <a:prstGeom prst="rect">
            <a:avLst/>
          </a:prstGeom>
          <a:noFill/>
          <a:ln>
            <a:noFill/>
          </a:ln>
        </p:spPr>
        <p:txBody>
          <a:bodyPr bIns="91440" anchor="b">
            <a:normAutofit fontScale="90000" lnSpcReduction="20000"/>
          </a:bodyPr>
          <a:lstStyle>
            <a:lvl1pPr algn="l" rtl="0" eaLnBrk="1" fontAlgn="base" hangingPunct="1">
              <a:spcBef>
                <a:spcPct val="0"/>
              </a:spcBef>
              <a:spcAft>
                <a:spcPct val="0"/>
              </a:spcAft>
              <a:defRPr sz="4000" kern="1200">
                <a:solidFill>
                  <a:schemeClr val="tx2"/>
                </a:solidFill>
                <a:latin typeface="+mj-lt"/>
                <a:ea typeface="+mj-ea"/>
                <a:cs typeface="+mj-cs"/>
              </a:defRPr>
            </a:lvl1pPr>
            <a:lvl2pPr algn="l" rtl="0" eaLnBrk="1" fontAlgn="base" hangingPunct="1">
              <a:spcBef>
                <a:spcPct val="0"/>
              </a:spcBef>
              <a:spcAft>
                <a:spcPct val="0"/>
              </a:spcAft>
              <a:defRPr sz="4000">
                <a:solidFill>
                  <a:schemeClr val="tx2"/>
                </a:solidFill>
                <a:latin typeface="Century Gothic" panose="020B0502020202020204" pitchFamily="34" charset="0"/>
              </a:defRPr>
            </a:lvl2pPr>
            <a:lvl3pPr algn="l" rtl="0" eaLnBrk="1" fontAlgn="base" hangingPunct="1">
              <a:spcBef>
                <a:spcPct val="0"/>
              </a:spcBef>
              <a:spcAft>
                <a:spcPct val="0"/>
              </a:spcAft>
              <a:defRPr sz="4000">
                <a:solidFill>
                  <a:schemeClr val="tx2"/>
                </a:solidFill>
                <a:latin typeface="Century Gothic" panose="020B0502020202020204" pitchFamily="34" charset="0"/>
              </a:defRPr>
            </a:lvl3pPr>
            <a:lvl4pPr algn="l" rtl="0" eaLnBrk="1" fontAlgn="base" hangingPunct="1">
              <a:spcBef>
                <a:spcPct val="0"/>
              </a:spcBef>
              <a:spcAft>
                <a:spcPct val="0"/>
              </a:spcAft>
              <a:defRPr sz="4000">
                <a:solidFill>
                  <a:schemeClr val="tx2"/>
                </a:solidFill>
                <a:latin typeface="Century Gothic" panose="020B0502020202020204" pitchFamily="34" charset="0"/>
              </a:defRPr>
            </a:lvl4pPr>
            <a:lvl5pPr algn="l" rtl="0" eaLnBrk="1" fontAlgn="base" hangingPunct="1">
              <a:spcBef>
                <a:spcPct val="0"/>
              </a:spcBef>
              <a:spcAft>
                <a:spcPct val="0"/>
              </a:spcAft>
              <a:defRPr sz="4000">
                <a:solidFill>
                  <a:schemeClr val="tx2"/>
                </a:solidFill>
                <a:latin typeface="Century Gothic" panose="020B0502020202020204" pitchFamily="34" charset="0"/>
              </a:defRPr>
            </a:lvl5pPr>
            <a:lvl6pPr marL="457200" algn="l" rtl="0" eaLnBrk="1" fontAlgn="base" hangingPunct="1">
              <a:spcBef>
                <a:spcPct val="0"/>
              </a:spcBef>
              <a:spcAft>
                <a:spcPct val="0"/>
              </a:spcAft>
              <a:defRPr sz="4000">
                <a:solidFill>
                  <a:schemeClr val="tx2"/>
                </a:solidFill>
                <a:latin typeface="Century Gothic" panose="020B0502020202020204" pitchFamily="34" charset="0"/>
              </a:defRPr>
            </a:lvl6pPr>
            <a:lvl7pPr marL="914400" algn="l" rtl="0" eaLnBrk="1" fontAlgn="base" hangingPunct="1">
              <a:spcBef>
                <a:spcPct val="0"/>
              </a:spcBef>
              <a:spcAft>
                <a:spcPct val="0"/>
              </a:spcAft>
              <a:defRPr sz="4000">
                <a:solidFill>
                  <a:schemeClr val="tx2"/>
                </a:solidFill>
                <a:latin typeface="Century Gothic" panose="020B0502020202020204" pitchFamily="34" charset="0"/>
              </a:defRPr>
            </a:lvl7pPr>
            <a:lvl8pPr marL="1371600" algn="l" rtl="0" eaLnBrk="1" fontAlgn="base" hangingPunct="1">
              <a:spcBef>
                <a:spcPct val="0"/>
              </a:spcBef>
              <a:spcAft>
                <a:spcPct val="0"/>
              </a:spcAft>
              <a:defRPr sz="4000">
                <a:solidFill>
                  <a:schemeClr val="tx2"/>
                </a:solidFill>
                <a:latin typeface="Century Gothic" panose="020B0502020202020204" pitchFamily="34" charset="0"/>
              </a:defRPr>
            </a:lvl8pPr>
            <a:lvl9pPr marL="1828800" algn="l" rtl="0" eaLnBrk="1" fontAlgn="base" hangingPunct="1">
              <a:spcBef>
                <a:spcPct val="0"/>
              </a:spcBef>
              <a:spcAft>
                <a:spcPct val="0"/>
              </a:spcAft>
              <a:defRPr sz="4000">
                <a:solidFill>
                  <a:schemeClr val="tx2"/>
                </a:solidFill>
                <a:latin typeface="Century Gothic" panose="020B0502020202020204" pitchFamily="34" charset="0"/>
              </a:defRPr>
            </a:lvl9pPr>
          </a:lstStyle>
          <a:p>
            <a:pPr algn="ctr" fontAlgn="auto">
              <a:spcAft>
                <a:spcPts val="0"/>
              </a:spcAft>
              <a:defRPr/>
            </a:pP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Literature Survey</a:t>
            </a:r>
          </a:p>
        </p:txBody>
      </p:sp>
      <p:sp>
        <p:nvSpPr>
          <p:cNvPr id="23" name="Content Placeholder 2">
            <a:extLst>
              <a:ext uri="{FF2B5EF4-FFF2-40B4-BE49-F238E27FC236}">
                <a16:creationId xmlns:a16="http://schemas.microsoft.com/office/drawing/2014/main" id="{06603786-FACB-945F-B67B-C365D952EFFD}"/>
              </a:ext>
            </a:extLst>
          </p:cNvPr>
          <p:cNvSpPr txBox="1">
            <a:spLocks/>
          </p:cNvSpPr>
          <p:nvPr/>
        </p:nvSpPr>
        <p:spPr>
          <a:xfrm>
            <a:off x="1266825" y="1368425"/>
            <a:ext cx="10363200" cy="4572000"/>
          </a:xfrm>
          <a:prstGeom prst="rect">
            <a:avLst/>
          </a:prstGeom>
        </p:spPr>
        <p:txBody>
          <a:bodyPr>
            <a:normAutofit/>
          </a:bodyPr>
          <a:lstStyle>
            <a:defPPr>
              <a:defRPr lang="en-US"/>
            </a:defPPr>
            <a:lvl1pPr algn="l" rtl="0" eaLnBrk="0" fontAlgn="base" hangingPunct="0">
              <a:spcBef>
                <a:spcPct val="0"/>
              </a:spcBef>
              <a:spcAft>
                <a:spcPct val="0"/>
              </a:spcAft>
              <a:defRPr kern="1200">
                <a:solidFill>
                  <a:schemeClr val="tx1"/>
                </a:solidFill>
                <a:latin typeface="Palatino Linotype" panose="02040502050505030304" pitchFamily="18" charset="0"/>
                <a:ea typeface="+mn-ea"/>
                <a:cs typeface="+mn-cs"/>
              </a:defRPr>
            </a:lvl1pPr>
            <a:lvl2pPr marL="457200" algn="l" rtl="0" eaLnBrk="0" fontAlgn="base" hangingPunct="0">
              <a:spcBef>
                <a:spcPct val="0"/>
              </a:spcBef>
              <a:spcAft>
                <a:spcPct val="0"/>
              </a:spcAft>
              <a:defRPr kern="1200">
                <a:solidFill>
                  <a:schemeClr val="tx1"/>
                </a:solidFill>
                <a:latin typeface="Palatino Linotype" panose="02040502050505030304" pitchFamily="18" charset="0"/>
                <a:ea typeface="+mn-ea"/>
                <a:cs typeface="+mn-cs"/>
              </a:defRPr>
            </a:lvl2pPr>
            <a:lvl3pPr marL="914400" algn="l" rtl="0" eaLnBrk="0" fontAlgn="base" hangingPunct="0">
              <a:spcBef>
                <a:spcPct val="0"/>
              </a:spcBef>
              <a:spcAft>
                <a:spcPct val="0"/>
              </a:spcAft>
              <a:defRPr kern="1200">
                <a:solidFill>
                  <a:schemeClr val="tx1"/>
                </a:solidFill>
                <a:latin typeface="Palatino Linotype" panose="02040502050505030304" pitchFamily="18" charset="0"/>
                <a:ea typeface="+mn-ea"/>
                <a:cs typeface="+mn-cs"/>
              </a:defRPr>
            </a:lvl3pPr>
            <a:lvl4pPr marL="1371600" algn="l" rtl="0" eaLnBrk="0" fontAlgn="base" hangingPunct="0">
              <a:spcBef>
                <a:spcPct val="0"/>
              </a:spcBef>
              <a:spcAft>
                <a:spcPct val="0"/>
              </a:spcAft>
              <a:defRPr kern="1200">
                <a:solidFill>
                  <a:schemeClr val="tx1"/>
                </a:solidFill>
                <a:latin typeface="Palatino Linotype" panose="02040502050505030304" pitchFamily="18" charset="0"/>
                <a:ea typeface="+mn-ea"/>
                <a:cs typeface="+mn-cs"/>
              </a:defRPr>
            </a:lvl4pPr>
            <a:lvl5pPr marL="1828800" algn="l" rtl="0" eaLnBrk="0" fontAlgn="base" hangingPunct="0">
              <a:spcBef>
                <a:spcPct val="0"/>
              </a:spcBef>
              <a:spcAft>
                <a:spcPct val="0"/>
              </a:spcAft>
              <a:defRPr kern="1200">
                <a:solidFill>
                  <a:schemeClr val="tx1"/>
                </a:solidFill>
                <a:latin typeface="Palatino Linotype" panose="02040502050505030304" pitchFamily="18" charset="0"/>
                <a:ea typeface="+mn-ea"/>
                <a:cs typeface="+mn-cs"/>
              </a:defRPr>
            </a:lvl5pPr>
            <a:lvl6pPr marL="2286000" algn="l" defTabSz="914400" rtl="0" eaLnBrk="1" latinLnBrk="0" hangingPunct="1">
              <a:defRPr kern="1200">
                <a:solidFill>
                  <a:schemeClr val="tx1"/>
                </a:solidFill>
                <a:latin typeface="Palatino Linotype" panose="02040502050505030304" pitchFamily="18" charset="0"/>
                <a:ea typeface="+mn-ea"/>
                <a:cs typeface="+mn-cs"/>
              </a:defRPr>
            </a:lvl6pPr>
            <a:lvl7pPr marL="2743200" algn="l" defTabSz="914400" rtl="0" eaLnBrk="1" latinLnBrk="0" hangingPunct="1">
              <a:defRPr kern="1200">
                <a:solidFill>
                  <a:schemeClr val="tx1"/>
                </a:solidFill>
                <a:latin typeface="Palatino Linotype" panose="02040502050505030304" pitchFamily="18" charset="0"/>
                <a:ea typeface="+mn-ea"/>
                <a:cs typeface="+mn-cs"/>
              </a:defRPr>
            </a:lvl7pPr>
            <a:lvl8pPr marL="3200400" algn="l" defTabSz="914400" rtl="0" eaLnBrk="1" latinLnBrk="0" hangingPunct="1">
              <a:defRPr kern="1200">
                <a:solidFill>
                  <a:schemeClr val="tx1"/>
                </a:solidFill>
                <a:latin typeface="Palatino Linotype" panose="02040502050505030304" pitchFamily="18" charset="0"/>
                <a:ea typeface="+mn-ea"/>
                <a:cs typeface="+mn-cs"/>
              </a:defRPr>
            </a:lvl8pPr>
            <a:lvl9pPr marL="3657600" algn="l" defTabSz="914400" rtl="0" eaLnBrk="1" latinLnBrk="0" hangingPunct="1">
              <a:defRPr kern="1200">
                <a:solidFill>
                  <a:schemeClr val="tx1"/>
                </a:solidFill>
                <a:latin typeface="Palatino Linotype" panose="02040502050505030304" pitchFamily="18" charset="0"/>
                <a:ea typeface="+mn-ea"/>
                <a:cs typeface="+mn-cs"/>
              </a:defRPr>
            </a:lvl9pPr>
          </a:lstStyle>
          <a:p>
            <a:pPr indent="-457200" fontAlgn="auto">
              <a:spcAft>
                <a:spcPts val="0"/>
              </a:spcAft>
              <a:buFont typeface="Wingdings" panose="05000000000000000000" pitchFamily="2" charset="2"/>
              <a:buChar char="q"/>
              <a:defRPr/>
            </a:pPr>
            <a:endParaRPr lang="en-IN"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endParaRPr>
          </a:p>
          <a:p>
            <a:pPr fontAlgn="auto">
              <a:spcAft>
                <a:spcPts val="0"/>
              </a:spcAft>
              <a:defRPr/>
            </a:pPr>
            <a:endParaRPr lang="en-IN" dirty="0">
              <a:latin typeface="Times New Roman" panose="02020603050405020304" pitchFamily="18" charset="0"/>
              <a:cs typeface="Times New Roman" panose="02020603050405020304" pitchFamily="18" charset="0"/>
            </a:endParaRPr>
          </a:p>
        </p:txBody>
      </p:sp>
      <p:pic>
        <p:nvPicPr>
          <p:cNvPr id="16390" name="Picture 23">
            <a:extLst>
              <a:ext uri="{FF2B5EF4-FFF2-40B4-BE49-F238E27FC236}">
                <a16:creationId xmlns:a16="http://schemas.microsoft.com/office/drawing/2014/main" id="{D9F71D40-4836-1552-2C34-333F42A69B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68038" y="79375"/>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Footer Placeholder 11">
            <a:extLst>
              <a:ext uri="{FF2B5EF4-FFF2-40B4-BE49-F238E27FC236}">
                <a16:creationId xmlns:a16="http://schemas.microsoft.com/office/drawing/2014/main" id="{9013E959-B01B-4FDD-E5D6-7663EEC7DDD1}"/>
              </a:ext>
            </a:extLst>
          </p:cNvPr>
          <p:cNvSpPr txBox="1">
            <a:spLocks noChangeArrowheads="1"/>
          </p:cNvSpPr>
          <p:nvPr/>
        </p:nvSpPr>
        <p:spPr bwMode="auto">
          <a:xfrm>
            <a:off x="1014413" y="6321425"/>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575"/>
              </a:spcBef>
              <a:buClr>
                <a:schemeClr val="accent1"/>
              </a:buClr>
              <a:buSzPct val="85000"/>
              <a:buFont typeface="Wingdings 2" panose="05020102010507070707" pitchFamily="18" charset="2"/>
              <a:buChar char=""/>
              <a:defRPr sz="2600">
                <a:solidFill>
                  <a:schemeClr val="tx1"/>
                </a:solidFill>
                <a:latin typeface="Palatino Linotype" panose="02040502050505030304" pitchFamily="18" charset="0"/>
              </a:defRPr>
            </a:lvl1pPr>
            <a:lvl2pPr marL="547688" indent="-228600">
              <a:spcBef>
                <a:spcPts val="375"/>
              </a:spcBef>
              <a:buClr>
                <a:schemeClr val="accent2"/>
              </a:buClr>
              <a:buSzPct val="85000"/>
              <a:buFont typeface="Wingdings 2" panose="05020102010507070707" pitchFamily="18" charset="2"/>
              <a:buChar char=""/>
              <a:defRPr sz="2400">
                <a:solidFill>
                  <a:schemeClr val="tx1"/>
                </a:solidFill>
                <a:latin typeface="Palatino Linotype" panose="02040502050505030304" pitchFamily="18" charset="0"/>
              </a:defRPr>
            </a:lvl2pPr>
            <a:lvl3pPr marL="822325" indent="-228600">
              <a:spcBef>
                <a:spcPts val="375"/>
              </a:spcBef>
              <a:buClr>
                <a:srgbClr val="B1B8D2"/>
              </a:buClr>
              <a:buSzPct val="85000"/>
              <a:buFont typeface="Wingdings 2" panose="05020102010507070707" pitchFamily="18" charset="2"/>
              <a:buChar char=""/>
              <a:defRPr sz="2000">
                <a:solidFill>
                  <a:schemeClr val="tx1"/>
                </a:solidFill>
                <a:latin typeface="Palatino Linotype" panose="02040502050505030304" pitchFamily="18" charset="0"/>
              </a:defRPr>
            </a:lvl3pPr>
            <a:lvl4pPr marL="1096963" indent="-228600">
              <a:spcBef>
                <a:spcPts val="375"/>
              </a:spcBef>
              <a:buClr>
                <a:srgbClr val="297FD5"/>
              </a:buClr>
              <a:buSzPct val="80000"/>
              <a:buFont typeface="Wingdings 2" panose="05020102010507070707" pitchFamily="18" charset="2"/>
              <a:buChar char=""/>
              <a:defRPr sz="2000">
                <a:solidFill>
                  <a:schemeClr val="tx1"/>
                </a:solidFill>
                <a:latin typeface="Palatino Linotype" panose="02040502050505030304" pitchFamily="18" charset="0"/>
              </a:defRPr>
            </a:lvl4pPr>
            <a:lvl5pPr marL="1371600" indent="-228600">
              <a:spcBef>
                <a:spcPts val="375"/>
              </a:spcBef>
              <a:buClr>
                <a:srgbClr val="297FD5"/>
              </a:buClr>
              <a:buFont typeface="Arial" panose="020B0604020202020204" pitchFamily="34" charset="0"/>
              <a:buChar char="•"/>
              <a:defRPr sz="2000">
                <a:solidFill>
                  <a:schemeClr val="tx1"/>
                </a:solidFill>
                <a:latin typeface="Palatino Linotype" panose="02040502050505030304" pitchFamily="18" charset="0"/>
              </a:defRPr>
            </a:lvl5pPr>
            <a:lvl6pPr marL="1828800" indent="-228600" eaLnBrk="0" fontAlgn="base" hangingPunct="0">
              <a:spcBef>
                <a:spcPts val="375"/>
              </a:spcBef>
              <a:spcAft>
                <a:spcPct val="0"/>
              </a:spcAft>
              <a:buClr>
                <a:srgbClr val="297FD5"/>
              </a:buClr>
              <a:buFont typeface="Arial" panose="020B0604020202020204" pitchFamily="34" charset="0"/>
              <a:buChar char="•"/>
              <a:defRPr sz="2000">
                <a:solidFill>
                  <a:schemeClr val="tx1"/>
                </a:solidFill>
                <a:latin typeface="Palatino Linotype" panose="02040502050505030304" pitchFamily="18" charset="0"/>
              </a:defRPr>
            </a:lvl6pPr>
            <a:lvl7pPr marL="2286000" indent="-228600" eaLnBrk="0" fontAlgn="base" hangingPunct="0">
              <a:spcBef>
                <a:spcPts val="375"/>
              </a:spcBef>
              <a:spcAft>
                <a:spcPct val="0"/>
              </a:spcAft>
              <a:buClr>
                <a:srgbClr val="297FD5"/>
              </a:buClr>
              <a:buFont typeface="Arial" panose="020B0604020202020204" pitchFamily="34" charset="0"/>
              <a:buChar char="•"/>
              <a:defRPr sz="2000">
                <a:solidFill>
                  <a:schemeClr val="tx1"/>
                </a:solidFill>
                <a:latin typeface="Palatino Linotype" panose="02040502050505030304" pitchFamily="18" charset="0"/>
              </a:defRPr>
            </a:lvl7pPr>
            <a:lvl8pPr marL="2743200" indent="-228600" eaLnBrk="0" fontAlgn="base" hangingPunct="0">
              <a:spcBef>
                <a:spcPts val="375"/>
              </a:spcBef>
              <a:spcAft>
                <a:spcPct val="0"/>
              </a:spcAft>
              <a:buClr>
                <a:srgbClr val="297FD5"/>
              </a:buClr>
              <a:buFont typeface="Arial" panose="020B0604020202020204" pitchFamily="34" charset="0"/>
              <a:buChar char="•"/>
              <a:defRPr sz="2000">
                <a:solidFill>
                  <a:schemeClr val="tx1"/>
                </a:solidFill>
                <a:latin typeface="Palatino Linotype" panose="02040502050505030304" pitchFamily="18" charset="0"/>
              </a:defRPr>
            </a:lvl8pPr>
            <a:lvl9pPr marL="3200400" indent="-228600" eaLnBrk="0" fontAlgn="base" hangingPunct="0">
              <a:spcBef>
                <a:spcPts val="375"/>
              </a:spcBef>
              <a:spcAft>
                <a:spcPct val="0"/>
              </a:spcAft>
              <a:buClr>
                <a:srgbClr val="297FD5"/>
              </a:buClr>
              <a:buFont typeface="Arial" panose="020B0604020202020204" pitchFamily="34" charset="0"/>
              <a:buChar char="•"/>
              <a:defRPr sz="2000">
                <a:solidFill>
                  <a:schemeClr val="tx1"/>
                </a:solidFill>
                <a:latin typeface="Palatino Linotype" panose="02040502050505030304" pitchFamily="18" charset="0"/>
              </a:defRPr>
            </a:lvl9pPr>
          </a:lstStyle>
          <a:p>
            <a:pPr eaLnBrk="1" hangingPunct="1">
              <a:spcBef>
                <a:spcPct val="0"/>
              </a:spcBef>
              <a:buClrTx/>
              <a:buSzTx/>
              <a:buFontTx/>
              <a:buNone/>
            </a:pPr>
            <a:r>
              <a:rPr lang="en-US" altLang="en-US" sz="1400">
                <a:solidFill>
                  <a:schemeClr val="tx2"/>
                </a:solidFill>
              </a:rPr>
              <a:t>PROJECT VIVA-VOCE</a:t>
            </a:r>
          </a:p>
        </p:txBody>
      </p:sp>
      <p:graphicFrame>
        <p:nvGraphicFramePr>
          <p:cNvPr id="2" name="Table 1">
            <a:extLst>
              <a:ext uri="{FF2B5EF4-FFF2-40B4-BE49-F238E27FC236}">
                <a16:creationId xmlns:a16="http://schemas.microsoft.com/office/drawing/2014/main" id="{2A299428-61B4-D387-6344-1474DA1FF728}"/>
              </a:ext>
            </a:extLst>
          </p:cNvPr>
          <p:cNvGraphicFramePr>
            <a:graphicFrameLocks noGrp="1"/>
          </p:cNvGraphicFramePr>
          <p:nvPr>
            <p:extLst>
              <p:ext uri="{D42A27DB-BD31-4B8C-83A1-F6EECF244321}">
                <p14:modId xmlns:p14="http://schemas.microsoft.com/office/powerpoint/2010/main" val="73639517"/>
              </p:ext>
            </p:extLst>
          </p:nvPr>
        </p:nvGraphicFramePr>
        <p:xfrm>
          <a:off x="699245" y="758825"/>
          <a:ext cx="10363200" cy="5695507"/>
        </p:xfrm>
        <a:graphic>
          <a:graphicData uri="http://schemas.openxmlformats.org/drawingml/2006/table">
            <a:tbl>
              <a:tblPr firstRow="1" bandRow="1">
                <a:tableStyleId>{5C22544A-7EE6-4342-B048-85BDC9FD1C3A}</a:tableStyleId>
              </a:tblPr>
              <a:tblGrid>
                <a:gridCol w="923367">
                  <a:extLst>
                    <a:ext uri="{9D8B030D-6E8A-4147-A177-3AD203B41FA5}">
                      <a16:colId xmlns:a16="http://schemas.microsoft.com/office/drawing/2014/main" val="737447588"/>
                    </a:ext>
                  </a:extLst>
                </a:gridCol>
                <a:gridCol w="3221913">
                  <a:extLst>
                    <a:ext uri="{9D8B030D-6E8A-4147-A177-3AD203B41FA5}">
                      <a16:colId xmlns:a16="http://schemas.microsoft.com/office/drawing/2014/main" val="642750800"/>
                    </a:ext>
                  </a:extLst>
                </a:gridCol>
                <a:gridCol w="2072640">
                  <a:extLst>
                    <a:ext uri="{9D8B030D-6E8A-4147-A177-3AD203B41FA5}">
                      <a16:colId xmlns:a16="http://schemas.microsoft.com/office/drawing/2014/main" val="1214161650"/>
                    </a:ext>
                  </a:extLst>
                </a:gridCol>
                <a:gridCol w="2072640">
                  <a:extLst>
                    <a:ext uri="{9D8B030D-6E8A-4147-A177-3AD203B41FA5}">
                      <a16:colId xmlns:a16="http://schemas.microsoft.com/office/drawing/2014/main" val="785415920"/>
                    </a:ext>
                  </a:extLst>
                </a:gridCol>
                <a:gridCol w="2072640">
                  <a:extLst>
                    <a:ext uri="{9D8B030D-6E8A-4147-A177-3AD203B41FA5}">
                      <a16:colId xmlns:a16="http://schemas.microsoft.com/office/drawing/2014/main" val="1523642971"/>
                    </a:ext>
                  </a:extLst>
                </a:gridCol>
              </a:tblGrid>
              <a:tr h="849187">
                <a:tc>
                  <a:txBody>
                    <a:bodyPr/>
                    <a:lstStyle/>
                    <a:p>
                      <a:r>
                        <a:rPr lang="en-IN" dirty="0" err="1"/>
                        <a:t>Sl</a:t>
                      </a:r>
                      <a:r>
                        <a:rPr lang="en-IN" dirty="0"/>
                        <a:t> NO</a:t>
                      </a:r>
                    </a:p>
                  </a:txBody>
                  <a:tcPr/>
                </a:tc>
                <a:tc>
                  <a:txBody>
                    <a:bodyPr/>
                    <a:lstStyle/>
                    <a:p>
                      <a:r>
                        <a:rPr lang="en-IN" dirty="0"/>
                        <a:t>TITLE &amp; AUTHOR</a:t>
                      </a:r>
                    </a:p>
                  </a:txBody>
                  <a:tcPr/>
                </a:tc>
                <a:tc>
                  <a:txBody>
                    <a:bodyPr/>
                    <a:lstStyle/>
                    <a:p>
                      <a:r>
                        <a:rPr lang="en-IN" dirty="0"/>
                        <a:t>TECHNIQUE USED </a:t>
                      </a:r>
                    </a:p>
                  </a:txBody>
                  <a:tcPr/>
                </a:tc>
                <a:tc>
                  <a:txBody>
                    <a:bodyPr/>
                    <a:lstStyle/>
                    <a:p>
                      <a:r>
                        <a:rPr lang="en-IN" dirty="0"/>
                        <a:t>PROS</a:t>
                      </a:r>
                    </a:p>
                  </a:txBody>
                  <a:tcPr/>
                </a:tc>
                <a:tc>
                  <a:txBody>
                    <a:bodyPr/>
                    <a:lstStyle/>
                    <a:p>
                      <a:r>
                        <a:rPr lang="en-IN" dirty="0"/>
                        <a:t>CONS</a:t>
                      </a:r>
                    </a:p>
                  </a:txBody>
                  <a:tcPr/>
                </a:tc>
                <a:extLst>
                  <a:ext uri="{0D108BD9-81ED-4DB2-BD59-A6C34878D82A}">
                    <a16:rowId xmlns:a16="http://schemas.microsoft.com/office/drawing/2014/main" val="1140247353"/>
                  </a:ext>
                </a:extLst>
              </a:tr>
              <a:tr h="849187">
                <a:tc>
                  <a:txBody>
                    <a:bodyPr/>
                    <a:lstStyle/>
                    <a:p>
                      <a:r>
                        <a:rPr lang="en-IN" dirty="0"/>
                        <a:t>1</a:t>
                      </a:r>
                    </a:p>
                  </a:txBody>
                  <a:tcPr/>
                </a:tc>
                <a:tc>
                  <a:txBody>
                    <a:bodyPr/>
                    <a:lstStyle/>
                    <a:p>
                      <a:r>
                        <a:rPr lang="en-IN" dirty="0"/>
                        <a:t>Face Recognition &amp;RFID Verified Attendance System&amp;</a:t>
                      </a:r>
                    </a:p>
                    <a:p>
                      <a:r>
                        <a:rPr lang="en-IN" dirty="0" err="1"/>
                        <a:t>Md.Sajid</a:t>
                      </a:r>
                      <a:r>
                        <a:rPr lang="en-IN" dirty="0"/>
                        <a:t> Akbar</a:t>
                      </a:r>
                    </a:p>
                  </a:txBody>
                  <a:tcPr/>
                </a:tc>
                <a:tc>
                  <a:txBody>
                    <a:bodyPr/>
                    <a:lstStyle/>
                    <a:p>
                      <a:r>
                        <a:rPr lang="en-IN" dirty="0"/>
                        <a:t>Image Based Using IR modules</a:t>
                      </a:r>
                    </a:p>
                  </a:txBody>
                  <a:tcPr/>
                </a:tc>
                <a:tc>
                  <a:txBody>
                    <a:bodyPr/>
                    <a:lstStyle/>
                    <a:p>
                      <a:r>
                        <a:rPr lang="en-IN" dirty="0"/>
                        <a:t>Low Cost</a:t>
                      </a:r>
                    </a:p>
                  </a:txBody>
                  <a:tcPr/>
                </a:tc>
                <a:tc>
                  <a:txBody>
                    <a:bodyPr/>
                    <a:lstStyle/>
                    <a:p>
                      <a:r>
                        <a:rPr lang="en-IN" dirty="0"/>
                        <a:t>Limited Scalability</a:t>
                      </a:r>
                    </a:p>
                  </a:txBody>
                  <a:tcPr/>
                </a:tc>
                <a:extLst>
                  <a:ext uri="{0D108BD9-81ED-4DB2-BD59-A6C34878D82A}">
                    <a16:rowId xmlns:a16="http://schemas.microsoft.com/office/drawing/2014/main" val="4190908053"/>
                  </a:ext>
                </a:extLst>
              </a:tr>
              <a:tr h="849187">
                <a:tc>
                  <a:txBody>
                    <a:bodyPr/>
                    <a:lstStyle/>
                    <a:p>
                      <a:r>
                        <a:rPr lang="en-IN" dirty="0"/>
                        <a:t>2</a:t>
                      </a:r>
                    </a:p>
                  </a:txBody>
                  <a:tcPr/>
                </a:tc>
                <a:tc>
                  <a:txBody>
                    <a:bodyPr/>
                    <a:lstStyle/>
                    <a:p>
                      <a:r>
                        <a:rPr lang="en-IN" dirty="0"/>
                        <a:t>RFID &amp;Face Recognition  Based Smart Attendance System&amp; Keerthana </a:t>
                      </a:r>
                      <a:r>
                        <a:rPr lang="en-IN" dirty="0" err="1"/>
                        <a:t>Sanath</a:t>
                      </a:r>
                      <a:endParaRPr lang="en-IN" dirty="0"/>
                    </a:p>
                  </a:txBody>
                  <a:tcPr/>
                </a:tc>
                <a:tc>
                  <a:txBody>
                    <a:bodyPr/>
                    <a:lstStyle/>
                    <a:p>
                      <a:r>
                        <a:rPr lang="en-IN" dirty="0"/>
                        <a:t>Temperature Based </a:t>
                      </a:r>
                    </a:p>
                  </a:txBody>
                  <a:tcPr/>
                </a:tc>
                <a:tc>
                  <a:txBody>
                    <a:bodyPr/>
                    <a:lstStyle/>
                    <a:p>
                      <a:r>
                        <a:rPr lang="en-IN" dirty="0"/>
                        <a:t>Ease Of Use </a:t>
                      </a:r>
                    </a:p>
                  </a:txBody>
                  <a:tcPr/>
                </a:tc>
                <a:tc>
                  <a:txBody>
                    <a:bodyPr/>
                    <a:lstStyle/>
                    <a:p>
                      <a:r>
                        <a:rPr lang="en-IN" dirty="0"/>
                        <a:t>Dependence On Internet Connectivity</a:t>
                      </a:r>
                    </a:p>
                  </a:txBody>
                  <a:tcPr/>
                </a:tc>
                <a:extLst>
                  <a:ext uri="{0D108BD9-81ED-4DB2-BD59-A6C34878D82A}">
                    <a16:rowId xmlns:a16="http://schemas.microsoft.com/office/drawing/2014/main" val="680742100"/>
                  </a:ext>
                </a:extLst>
              </a:tr>
              <a:tr h="849187">
                <a:tc>
                  <a:txBody>
                    <a:bodyPr/>
                    <a:lstStyle/>
                    <a:p>
                      <a:r>
                        <a:rPr lang="en-IN" dirty="0"/>
                        <a:t>3</a:t>
                      </a:r>
                    </a:p>
                  </a:txBody>
                  <a:tcPr/>
                </a:tc>
                <a:tc>
                  <a:txBody>
                    <a:bodyPr/>
                    <a:lstStyle/>
                    <a:p>
                      <a:r>
                        <a:rPr lang="en-IN" dirty="0"/>
                        <a:t>Smart Attendance System Using  Face Recognition &amp;RFID </a:t>
                      </a:r>
                      <a:r>
                        <a:rPr lang="en-IN" dirty="0" err="1"/>
                        <a:t>Technology&amp;P.Vignesh</a:t>
                      </a:r>
                      <a:r>
                        <a:rPr lang="en-IN" dirty="0"/>
                        <a:t> </a:t>
                      </a:r>
                      <a:r>
                        <a:rPr lang="en-IN" dirty="0" err="1"/>
                        <a:t>kanna</a:t>
                      </a:r>
                      <a:endParaRPr lang="en-IN" dirty="0"/>
                    </a:p>
                  </a:txBody>
                  <a:tcPr/>
                </a:tc>
                <a:tc>
                  <a:txBody>
                    <a:bodyPr/>
                    <a:lstStyle/>
                    <a:p>
                      <a:r>
                        <a:rPr lang="en-IN" dirty="0" err="1"/>
                        <a:t>Iris,Fingerprint,RFID</a:t>
                      </a:r>
                      <a:endParaRPr lang="en-IN" dirty="0"/>
                    </a:p>
                  </a:txBody>
                  <a:tcPr/>
                </a:tc>
                <a:tc>
                  <a:txBody>
                    <a:bodyPr/>
                    <a:lstStyle/>
                    <a:p>
                      <a:r>
                        <a:rPr lang="en-IN" dirty="0"/>
                        <a:t>Real Time Tracking</a:t>
                      </a:r>
                    </a:p>
                  </a:txBody>
                  <a:tcPr/>
                </a:tc>
                <a:tc>
                  <a:txBody>
                    <a:bodyPr/>
                    <a:lstStyle/>
                    <a:p>
                      <a:r>
                        <a:rPr lang="en-IN" dirty="0"/>
                        <a:t>Security Concerns</a:t>
                      </a:r>
                    </a:p>
                  </a:txBody>
                  <a:tcPr/>
                </a:tc>
                <a:extLst>
                  <a:ext uri="{0D108BD9-81ED-4DB2-BD59-A6C34878D82A}">
                    <a16:rowId xmlns:a16="http://schemas.microsoft.com/office/drawing/2014/main" val="1636363598"/>
                  </a:ext>
                </a:extLst>
              </a:tr>
              <a:tr h="849187">
                <a:tc>
                  <a:txBody>
                    <a:bodyPr/>
                    <a:lstStyle/>
                    <a:p>
                      <a:r>
                        <a:rPr lang="en-IN" dirty="0"/>
                        <a:t>4</a:t>
                      </a:r>
                    </a:p>
                  </a:txBody>
                  <a:tcPr/>
                </a:tc>
                <a:tc>
                  <a:txBody>
                    <a:bodyPr/>
                    <a:lstStyle/>
                    <a:p>
                      <a:r>
                        <a:rPr lang="en-IN" dirty="0"/>
                        <a:t>RFID And Face Recognition Based Attendance system&amp; Sruthi SR</a:t>
                      </a:r>
                    </a:p>
                  </a:txBody>
                  <a:tcPr/>
                </a:tc>
                <a:tc>
                  <a:txBody>
                    <a:bodyPr/>
                    <a:lstStyle/>
                    <a:p>
                      <a:r>
                        <a:rPr lang="en-IN" dirty="0"/>
                        <a:t>Based on The Face recognition Stored In Cloud</a:t>
                      </a:r>
                    </a:p>
                  </a:txBody>
                  <a:tcPr/>
                </a:tc>
                <a:tc>
                  <a:txBody>
                    <a:bodyPr/>
                    <a:lstStyle/>
                    <a:p>
                      <a:r>
                        <a:rPr lang="en-IN" dirty="0"/>
                        <a:t>Customizability </a:t>
                      </a:r>
                    </a:p>
                  </a:txBody>
                  <a:tcPr/>
                </a:tc>
                <a:tc>
                  <a:txBody>
                    <a:bodyPr/>
                    <a:lstStyle/>
                    <a:p>
                      <a:r>
                        <a:rPr lang="en-IN" dirty="0"/>
                        <a:t>Limited Data Storage</a:t>
                      </a:r>
                    </a:p>
                  </a:txBody>
                  <a:tcPr/>
                </a:tc>
                <a:extLst>
                  <a:ext uri="{0D108BD9-81ED-4DB2-BD59-A6C34878D82A}">
                    <a16:rowId xmlns:a16="http://schemas.microsoft.com/office/drawing/2014/main" val="2963702101"/>
                  </a:ext>
                </a:extLst>
              </a:tr>
              <a:tr h="849187">
                <a:tc>
                  <a:txBody>
                    <a:bodyPr/>
                    <a:lstStyle/>
                    <a:p>
                      <a:r>
                        <a:rPr lang="en-IN" dirty="0"/>
                        <a:t>5</a:t>
                      </a:r>
                    </a:p>
                  </a:txBody>
                  <a:tcPr/>
                </a:tc>
                <a:tc>
                  <a:txBody>
                    <a:bodyPr/>
                    <a:lstStyle/>
                    <a:p>
                      <a:r>
                        <a:rPr lang="en-IN" dirty="0"/>
                        <a:t>Attendance Recognition Using </a:t>
                      </a:r>
                      <a:r>
                        <a:rPr lang="en-IN" dirty="0" err="1"/>
                        <a:t>Arduino&amp;Murali</a:t>
                      </a:r>
                      <a:r>
                        <a:rPr lang="en-IN" dirty="0"/>
                        <a:t> Krishna</a:t>
                      </a:r>
                    </a:p>
                  </a:txBody>
                  <a:tcPr/>
                </a:tc>
                <a:tc>
                  <a:txBody>
                    <a:bodyPr/>
                    <a:lstStyle/>
                    <a:p>
                      <a:r>
                        <a:rPr lang="en-IN" dirty="0"/>
                        <a:t>Face Recognition Data  Send To Department Mail</a:t>
                      </a:r>
                    </a:p>
                  </a:txBody>
                  <a:tcPr/>
                </a:tc>
                <a:tc>
                  <a:txBody>
                    <a:bodyPr/>
                    <a:lstStyle/>
                    <a:p>
                      <a:r>
                        <a:rPr lang="en-IN" dirty="0"/>
                        <a:t>ML Capability</a:t>
                      </a:r>
                    </a:p>
                  </a:txBody>
                  <a:tcPr/>
                </a:tc>
                <a:tc>
                  <a:txBody>
                    <a:bodyPr/>
                    <a:lstStyle/>
                    <a:p>
                      <a:r>
                        <a:rPr lang="en-IN" dirty="0"/>
                        <a:t>Technical Support Requirement</a:t>
                      </a:r>
                    </a:p>
                  </a:txBody>
                  <a:tcPr/>
                </a:tc>
                <a:extLst>
                  <a:ext uri="{0D108BD9-81ED-4DB2-BD59-A6C34878D82A}">
                    <a16:rowId xmlns:a16="http://schemas.microsoft.com/office/drawing/2014/main" val="1533806777"/>
                  </a:ext>
                </a:extLst>
              </a:tr>
            </a:tbl>
          </a:graphicData>
        </a:graphic>
      </p:graphicFrame>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6AAB7F-409C-E3CC-87C8-380EB4E5935C}"/>
              </a:ext>
            </a:extLst>
          </p:cNvPr>
          <p:cNvSpPr>
            <a:spLocks noGrp="1"/>
          </p:cNvSpPr>
          <p:nvPr>
            <p:ph sz="quarter" idx="1"/>
          </p:nvPr>
        </p:nvSpPr>
        <p:spPr>
          <a:xfrm>
            <a:off x="1219200" y="735106"/>
            <a:ext cx="10363200" cy="5284694"/>
          </a:xfrm>
        </p:spPr>
        <p:txBody>
          <a:bodyPr>
            <a:normAutofit/>
          </a:bodyPr>
          <a:lstStyle/>
          <a:p>
            <a:pPr marL="274320" indent="-457200" eaLnBrk="1" fontAlgn="auto" hangingPunct="1">
              <a:spcBef>
                <a:spcPts val="580"/>
              </a:spcBef>
              <a:spcAft>
                <a:spcPts val="0"/>
              </a:spcAft>
              <a:buFont typeface="Wingdings" panose="05000000000000000000" pitchFamily="2" charset="2"/>
              <a:buChar char="q"/>
              <a:defRPr/>
            </a:pPr>
            <a:endParaRPr lang="en-IN" sz="18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endParaRPr>
          </a:p>
          <a:p>
            <a:pPr marL="274320" indent="-274320" eaLnBrk="1" fontAlgn="auto" hangingPunct="1">
              <a:spcBef>
                <a:spcPts val="580"/>
              </a:spcBef>
              <a:spcAft>
                <a:spcPts val="0"/>
              </a:spcAft>
              <a:buFont typeface="Wingdings 2"/>
              <a:buChar char=""/>
              <a:defRPr/>
            </a:pPr>
            <a:r>
              <a:rPr lang="en-US" sz="1800" dirty="0">
                <a:latin typeface="Times New Roman" panose="02020603050405020304" pitchFamily="18" charset="0"/>
                <a:cs typeface="Times New Roman" panose="02020603050405020304" pitchFamily="18" charset="0"/>
              </a:rPr>
              <a:t> Improved Accuracy</a:t>
            </a:r>
          </a:p>
          <a:p>
            <a:pPr marL="274320" indent="-274320" eaLnBrk="1" fontAlgn="auto" hangingPunct="1">
              <a:spcBef>
                <a:spcPts val="580"/>
              </a:spcBef>
              <a:spcAft>
                <a:spcPts val="0"/>
              </a:spcAft>
              <a:buFont typeface="Wingdings 2"/>
              <a:buChar char=""/>
              <a:defRPr/>
            </a:pPr>
            <a:r>
              <a:rPr lang="en-US" sz="1800" dirty="0">
                <a:latin typeface="Times New Roman" panose="02020603050405020304" pitchFamily="18" charset="0"/>
                <a:cs typeface="Times New Roman" panose="02020603050405020304" pitchFamily="18" charset="0"/>
              </a:rPr>
              <a:t> Increased Efficiency </a:t>
            </a:r>
          </a:p>
          <a:p>
            <a:pPr marL="274320" indent="-274320" eaLnBrk="1" fontAlgn="auto" hangingPunct="1">
              <a:spcBef>
                <a:spcPts val="580"/>
              </a:spcBef>
              <a:spcAft>
                <a:spcPts val="0"/>
              </a:spcAft>
              <a:buFont typeface="Wingdings 2"/>
              <a:buChar char=""/>
              <a:defRPr/>
            </a:pPr>
            <a:r>
              <a:rPr lang="en-US" sz="1800" dirty="0">
                <a:latin typeface="Times New Roman" panose="02020603050405020304" pitchFamily="18" charset="0"/>
                <a:cs typeface="Times New Roman" panose="02020603050405020304" pitchFamily="18" charset="0"/>
              </a:rPr>
              <a:t> Enhanced Security</a:t>
            </a:r>
          </a:p>
          <a:p>
            <a:pPr marL="274320" indent="-274320" eaLnBrk="1" fontAlgn="auto" hangingPunct="1">
              <a:spcBef>
                <a:spcPts val="580"/>
              </a:spcBef>
              <a:spcAft>
                <a:spcPts val="0"/>
              </a:spcAft>
              <a:buFont typeface="Wingdings 2"/>
              <a:buChar char=""/>
              <a:defRPr/>
            </a:pPr>
            <a:r>
              <a:rPr lang="en-US" sz="1800" dirty="0">
                <a:latin typeface="Times New Roman" panose="02020603050405020304" pitchFamily="18" charset="0"/>
                <a:cs typeface="Times New Roman" panose="02020603050405020304" pitchFamily="18" charset="0"/>
              </a:rPr>
              <a:t> Reduced Time Theft</a:t>
            </a:r>
          </a:p>
          <a:p>
            <a:pPr marL="274320" indent="-274320" eaLnBrk="1" fontAlgn="auto" hangingPunct="1">
              <a:spcBef>
                <a:spcPts val="580"/>
              </a:spcBef>
              <a:spcAft>
                <a:spcPts val="0"/>
              </a:spcAft>
              <a:buFont typeface="Wingdings 2"/>
              <a:buChar char=""/>
              <a:defRPr/>
            </a:pPr>
            <a:r>
              <a:rPr lang="en-US" sz="1800" dirty="0">
                <a:latin typeface="Times New Roman" panose="02020603050405020304" pitchFamily="18" charset="0"/>
                <a:cs typeface="Times New Roman" panose="02020603050405020304" pitchFamily="18" charset="0"/>
              </a:rPr>
              <a:t> Increased Student/Employee Accountability</a:t>
            </a:r>
          </a:p>
          <a:p>
            <a:pPr marL="274320" indent="-274320" eaLnBrk="1" fontAlgn="auto" hangingPunct="1">
              <a:spcBef>
                <a:spcPts val="580"/>
              </a:spcBef>
              <a:spcAft>
                <a:spcPts val="0"/>
              </a:spcAft>
              <a:buFont typeface="Wingdings 2"/>
              <a:buChar char=""/>
              <a:defRPr/>
            </a:pPr>
            <a:r>
              <a:rPr lang="en-US" sz="1800" dirty="0">
                <a:latin typeface="Times New Roman" panose="02020603050405020304" pitchFamily="18" charset="0"/>
                <a:cs typeface="Times New Roman" panose="02020603050405020304" pitchFamily="18" charset="0"/>
              </a:rPr>
              <a:t> Better Resource Allocation</a:t>
            </a:r>
          </a:p>
          <a:p>
            <a:pPr marL="274320" indent="-274320" eaLnBrk="1" fontAlgn="auto" hangingPunct="1">
              <a:spcBef>
                <a:spcPts val="580"/>
              </a:spcBef>
              <a:spcAft>
                <a:spcPts val="0"/>
              </a:spcAft>
              <a:buFont typeface="Wingdings 2"/>
              <a:buChar char=""/>
              <a:defRPr/>
            </a:pPr>
            <a:r>
              <a:rPr lang="en-US" sz="1800" dirty="0">
                <a:latin typeface="Times New Roman" panose="02020603050405020304" pitchFamily="18" charset="0"/>
                <a:cs typeface="Times New Roman" panose="02020603050405020304" pitchFamily="18" charset="0"/>
              </a:rPr>
              <a:t> Real-time Attendance Monitoring</a:t>
            </a:r>
          </a:p>
          <a:p>
            <a:pPr marL="274320" indent="-274320" eaLnBrk="1" fontAlgn="auto" hangingPunct="1">
              <a:spcBef>
                <a:spcPts val="580"/>
              </a:spcBef>
              <a:spcAft>
                <a:spcPts val="0"/>
              </a:spcAft>
              <a:buFont typeface="Wingdings 2"/>
              <a:buChar char=""/>
              <a:defRPr/>
            </a:pPr>
            <a:r>
              <a:rPr lang="en-US" sz="1800" dirty="0">
                <a:latin typeface="Times New Roman" panose="02020603050405020304" pitchFamily="18" charset="0"/>
                <a:cs typeface="Times New Roman" panose="02020603050405020304" pitchFamily="18" charset="0"/>
              </a:rPr>
              <a:t> Integration with Existing Systems </a:t>
            </a:r>
          </a:p>
          <a:p>
            <a:pPr marL="274320" indent="-274320" eaLnBrk="1" fontAlgn="auto" hangingPunct="1">
              <a:spcBef>
                <a:spcPts val="580"/>
              </a:spcBef>
              <a:spcAft>
                <a:spcPts val="0"/>
              </a:spcAft>
              <a:buFont typeface="Wingdings 2"/>
              <a:buChar char=""/>
              <a:defRPr/>
            </a:pPr>
            <a:r>
              <a:rPr lang="en-US" sz="1800" dirty="0">
                <a:latin typeface="Times New Roman" panose="02020603050405020304" pitchFamily="18" charset="0"/>
                <a:cs typeface="Times New Roman" panose="02020603050405020304" pitchFamily="18" charset="0"/>
              </a:rPr>
              <a:t> Scalability</a:t>
            </a:r>
          </a:p>
          <a:p>
            <a:pPr marL="0" indent="0" eaLnBrk="1" fontAlgn="auto" hangingPunct="1">
              <a:spcBef>
                <a:spcPts val="580"/>
              </a:spcBef>
              <a:spcAft>
                <a:spcPts val="0"/>
              </a:spcAft>
              <a:buNone/>
              <a:defRPr/>
            </a:pPr>
            <a:r>
              <a:rPr lang="en-US" sz="1800" b="1" dirty="0">
                <a:latin typeface="Times New Roman" panose="02020603050405020304" pitchFamily="18" charset="0"/>
                <a:cs typeface="Times New Roman" panose="02020603050405020304" pitchFamily="18" charset="0"/>
              </a:rPr>
              <a:t>Benefits for Students/Employees</a:t>
            </a:r>
            <a:r>
              <a:rPr lang="en-US" sz="1400" b="1"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a:t>
            </a:r>
          </a:p>
          <a:p>
            <a:pPr marL="274320" indent="-274320" eaLnBrk="1" fontAlgn="auto" hangingPunct="1">
              <a:spcBef>
                <a:spcPts val="580"/>
              </a:spcBef>
              <a:spcAft>
                <a:spcPts val="0"/>
              </a:spcAft>
              <a:buFont typeface="Wingdings 2"/>
              <a:buChar char=""/>
              <a:defRPr/>
            </a:pPr>
            <a:r>
              <a:rPr lang="en-US" sz="1800" dirty="0">
                <a:latin typeface="Times New Roman" panose="02020603050405020304" pitchFamily="18" charset="0"/>
                <a:cs typeface="Times New Roman" panose="02020603050405020304" pitchFamily="18" charset="0"/>
              </a:rPr>
              <a:t> Convenience: </a:t>
            </a:r>
          </a:p>
          <a:p>
            <a:pPr marL="274320" indent="-274320" eaLnBrk="1" fontAlgn="auto" hangingPunct="1">
              <a:spcBef>
                <a:spcPts val="580"/>
              </a:spcBef>
              <a:spcAft>
                <a:spcPts val="0"/>
              </a:spcAft>
              <a:buFont typeface="Wingdings 2"/>
              <a:buChar char=""/>
              <a:defRPr/>
            </a:pPr>
            <a:r>
              <a:rPr lang="en-US" sz="1800" dirty="0">
                <a:latin typeface="Times New Roman" panose="02020603050405020304" pitchFamily="18" charset="0"/>
                <a:cs typeface="Times New Roman" panose="02020603050405020304" pitchFamily="18" charset="0"/>
              </a:rPr>
              <a:t> Increased Flexibility</a:t>
            </a:r>
          </a:p>
          <a:p>
            <a:pPr marL="274320" indent="-274320" eaLnBrk="1" fontAlgn="auto" hangingPunct="1">
              <a:spcBef>
                <a:spcPts val="580"/>
              </a:spcBef>
              <a:spcAft>
                <a:spcPts val="0"/>
              </a:spcAft>
              <a:buFont typeface="Wingdings 2"/>
              <a:buChar char=""/>
              <a:defRPr/>
            </a:pPr>
            <a:r>
              <a:rPr lang="en-US" sz="1800" dirty="0">
                <a:latin typeface="Times New Roman" panose="02020603050405020304" pitchFamily="18" charset="0"/>
                <a:cs typeface="Times New Roman" panose="02020603050405020304" pitchFamily="18" charset="0"/>
              </a:rPr>
              <a:t> Improved Time Management</a:t>
            </a:r>
            <a:endParaRPr lang="en-IN" sz="1800"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6D16F3DD-20F3-586B-06AE-87E271112ECB}"/>
              </a:ext>
            </a:extLst>
          </p:cNvPr>
          <p:cNvSpPr>
            <a:spLocks noGrp="1"/>
          </p:cNvSpPr>
          <p:nvPr>
            <p:ph type="title"/>
          </p:nvPr>
        </p:nvSpPr>
        <p:spPr>
          <a:xfrm>
            <a:off x="944563" y="228600"/>
            <a:ext cx="10363200" cy="838200"/>
          </a:xfrm>
        </p:spPr>
        <p:txBody>
          <a:bodyPr>
            <a:normAutofit/>
          </a:bodyPr>
          <a:lstStyle/>
          <a:p>
            <a:pPr algn="ctr" eaLnBrk="1" fontAlgn="auto" hangingPunct="1">
              <a:spcAft>
                <a:spcPts val="0"/>
              </a:spcAft>
              <a:defRPr/>
            </a:pP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Motivation</a:t>
            </a:r>
          </a:p>
        </p:txBody>
      </p:sp>
      <p:pic>
        <p:nvPicPr>
          <p:cNvPr id="18436" name="Picture 3">
            <a:extLst>
              <a:ext uri="{FF2B5EF4-FFF2-40B4-BE49-F238E27FC236}">
                <a16:creationId xmlns:a16="http://schemas.microsoft.com/office/drawing/2014/main" id="{F8697123-594B-CE3F-16EF-4466DF6AE8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5">
            <a:extLst>
              <a:ext uri="{FF2B5EF4-FFF2-40B4-BE49-F238E27FC236}">
                <a16:creationId xmlns:a16="http://schemas.microsoft.com/office/drawing/2014/main" id="{B34E9B2D-6BBD-1E44-B1DC-61A038FEBD21}"/>
              </a:ext>
            </a:extLst>
          </p:cNvPr>
          <p:cNvSpPr>
            <a:spLocks noGrp="1"/>
          </p:cNvSpPr>
          <p:nvPr>
            <p:ph type="ftr" sz="quarter" idx="11"/>
          </p:nvPr>
        </p:nvSpPr>
        <p:spPr/>
        <p:txBody>
          <a:bodyPr/>
          <a:lstStyle/>
          <a:p>
            <a:pPr>
              <a:defRPr/>
            </a:pPr>
            <a:r>
              <a:rPr lang="en-US"/>
              <a:t>Final Review</a:t>
            </a:r>
          </a:p>
        </p:txBody>
      </p:sp>
      <p:sp>
        <p:nvSpPr>
          <p:cNvPr id="7" name="Date Placeholder 6">
            <a:extLst>
              <a:ext uri="{FF2B5EF4-FFF2-40B4-BE49-F238E27FC236}">
                <a16:creationId xmlns:a16="http://schemas.microsoft.com/office/drawing/2014/main" id="{B8A05117-A709-5E2A-3DA7-E5D0D8D10223}"/>
              </a:ext>
            </a:extLst>
          </p:cNvPr>
          <p:cNvSpPr>
            <a:spLocks noGrp="1"/>
          </p:cNvSpPr>
          <p:nvPr>
            <p:ph type="dt" sz="quarter" idx="10"/>
          </p:nvPr>
        </p:nvSpPr>
        <p:spPr/>
        <p:txBody>
          <a:bodyPr/>
          <a:lstStyle/>
          <a:p>
            <a:pPr>
              <a:defRPr/>
            </a:pPr>
            <a:r>
              <a:rPr lang="en-US"/>
              <a:t>Wednesday, November 26, 2024</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6164E4EA-A266-3A94-CBBD-94644E630E5C}"/>
              </a:ext>
            </a:extLst>
          </p:cNvPr>
          <p:cNvSpPr>
            <a:spLocks noGrp="1"/>
          </p:cNvSpPr>
          <p:nvPr>
            <p:ph sz="quarter" idx="1"/>
          </p:nvPr>
        </p:nvSpPr>
        <p:spPr>
          <a:xfrm>
            <a:off x="901700" y="1619250"/>
            <a:ext cx="10629900" cy="4751388"/>
          </a:xfrm>
        </p:spPr>
        <p:txBody>
          <a:bodyPr>
            <a:normAutofit/>
          </a:bodyPr>
          <a:lstStyle/>
          <a:p>
            <a:pPr marL="274320" indent="-457200" eaLnBrk="1" fontAlgn="auto" hangingPunct="1">
              <a:spcBef>
                <a:spcPts val="580"/>
              </a:spcBef>
              <a:spcAft>
                <a:spcPts val="0"/>
              </a:spcAft>
              <a:buFont typeface="Wingdings" panose="05000000000000000000" pitchFamily="2" charset="2"/>
              <a:buChar char="q"/>
              <a:defRPr/>
            </a:pPr>
            <a:r>
              <a:rPr lang="en-US" sz="1800" dirty="0">
                <a:latin typeface="Times New Roman" panose="02020603050405020304" pitchFamily="18" charset="0"/>
                <a:cs typeface="Times New Roman" panose="02020603050405020304" pitchFamily="18" charset="0"/>
              </a:rPr>
              <a:t>The Smart Attendance System uses Face Recognition and RFID for secure, automated attendance tracking</a:t>
            </a:r>
          </a:p>
          <a:p>
            <a:pPr marL="274320" indent="-457200" eaLnBrk="1" fontAlgn="auto" hangingPunct="1">
              <a:spcBef>
                <a:spcPts val="580"/>
              </a:spcBef>
              <a:spcAft>
                <a:spcPts val="0"/>
              </a:spcAft>
              <a:buFont typeface="Wingdings" panose="05000000000000000000" pitchFamily="2" charset="2"/>
              <a:buChar char="q"/>
              <a:defRPr/>
            </a:pPr>
            <a:endParaRPr lang="en-US" sz="1800" dirty="0">
              <a:latin typeface="Times New Roman" panose="02020603050405020304" pitchFamily="18" charset="0"/>
              <a:cs typeface="Times New Roman" panose="02020603050405020304" pitchFamily="18" charset="0"/>
            </a:endParaRPr>
          </a:p>
          <a:p>
            <a:pPr marL="548958" lvl="1" indent="-457200" eaLnBrk="1" fontAlgn="auto" hangingPunct="1">
              <a:spcBef>
                <a:spcPts val="580"/>
              </a:spcBef>
              <a:spcAft>
                <a:spcPts val="0"/>
              </a:spcAft>
              <a:buFont typeface="Wingdings" panose="05000000000000000000" pitchFamily="2" charset="2"/>
              <a:buChar char="q"/>
              <a:defRPr/>
            </a:pPr>
            <a:r>
              <a:rPr lang="en-IN" sz="18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Objective </a:t>
            </a:r>
            <a:r>
              <a:rPr lang="en-US" sz="18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Method</a:t>
            </a:r>
            <a:r>
              <a:rPr lang="en-IN" sz="18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a:t>
            </a:r>
          </a:p>
          <a:p>
            <a:pPr marL="274320" indent="-457200" eaLnBrk="1" fontAlgn="auto" hangingPunct="1">
              <a:spcBef>
                <a:spcPts val="580"/>
              </a:spcBef>
              <a:spcAft>
                <a:spcPts val="0"/>
              </a:spcAft>
              <a:buFont typeface="Wingdings" panose="05000000000000000000" pitchFamily="2" charset="2"/>
              <a:buChar char="q"/>
              <a:defRPr/>
            </a:pPr>
            <a:endParaRPr lang="en-IN" sz="18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a:p>
            <a:pPr marL="1372870" lvl="4" indent="-457200" eaLnBrk="1" fontAlgn="auto" hangingPunct="1">
              <a:spcBef>
                <a:spcPts val="580"/>
              </a:spcBef>
              <a:spcAft>
                <a:spcPts val="0"/>
              </a:spcAft>
              <a:buFont typeface="Wingdings" panose="05000000000000000000" pitchFamily="2" charset="2"/>
              <a:buChar char="q"/>
              <a:defRPr/>
            </a:pPr>
            <a:r>
              <a:rPr lang="en-US" sz="1800" dirty="0">
                <a:latin typeface="Times New Roman" panose="02020603050405020304" pitchFamily="18" charset="0"/>
                <a:cs typeface="Times New Roman" panose="02020603050405020304" pitchFamily="18" charset="0"/>
              </a:rPr>
              <a:t>Accurate Attendance: Verifies identity with RFID and face data to prevent proxy attendance.</a:t>
            </a:r>
          </a:p>
          <a:p>
            <a:pPr marL="1372870" lvl="4" indent="-457200" eaLnBrk="1" fontAlgn="auto" hangingPunct="1">
              <a:spcBef>
                <a:spcPts val="580"/>
              </a:spcBef>
              <a:spcAft>
                <a:spcPts val="0"/>
              </a:spcAft>
              <a:buFont typeface="Wingdings" panose="05000000000000000000" pitchFamily="2" charset="2"/>
              <a:buChar char="q"/>
              <a:defRPr/>
            </a:pPr>
            <a:endParaRPr lang="en-US" sz="1800" dirty="0">
              <a:latin typeface="Times New Roman" panose="02020603050405020304" pitchFamily="18" charset="0"/>
              <a:cs typeface="Times New Roman" panose="02020603050405020304" pitchFamily="18" charset="0"/>
            </a:endParaRPr>
          </a:p>
          <a:p>
            <a:pPr marL="1372870" lvl="4" indent="-457200" eaLnBrk="1" fontAlgn="auto" hangingPunct="1">
              <a:spcBef>
                <a:spcPts val="580"/>
              </a:spcBef>
              <a:spcAft>
                <a:spcPts val="0"/>
              </a:spcAft>
              <a:buFont typeface="Wingdings" panose="05000000000000000000" pitchFamily="2" charset="2"/>
              <a:buChar char="q"/>
              <a:defRPr/>
            </a:pPr>
            <a:r>
              <a:rPr lang="en-US" sz="1800" dirty="0">
                <a:latin typeface="Times New Roman" panose="02020603050405020304" pitchFamily="18" charset="0"/>
                <a:cs typeface="Times New Roman" panose="02020603050405020304" pitchFamily="18" charset="0"/>
              </a:rPr>
              <a:t>Automated Process: Eliminates manual entries, reducing errors and saving time.</a:t>
            </a:r>
          </a:p>
          <a:p>
            <a:pPr marL="915670" lvl="4" indent="0" eaLnBrk="1" fontAlgn="auto" hangingPunct="1">
              <a:spcBef>
                <a:spcPts val="580"/>
              </a:spcBef>
              <a:spcAft>
                <a:spcPts val="0"/>
              </a:spcAft>
              <a:buFont typeface="Arial" panose="020B0604020202020204" pitchFamily="34" charset="0"/>
              <a:buNone/>
              <a:defRPr/>
            </a:pPr>
            <a:endParaRPr lang="en-US" sz="1800" dirty="0">
              <a:latin typeface="Times New Roman" panose="02020603050405020304" pitchFamily="18" charset="0"/>
              <a:cs typeface="Times New Roman" panose="02020603050405020304" pitchFamily="18" charset="0"/>
            </a:endParaRPr>
          </a:p>
          <a:p>
            <a:pPr marL="548958" lvl="1" indent="-457200" eaLnBrk="1" fontAlgn="auto" hangingPunct="1">
              <a:spcBef>
                <a:spcPts val="580"/>
              </a:spcBef>
              <a:spcAft>
                <a:spcPts val="0"/>
              </a:spcAft>
              <a:buFont typeface="Wingdings" panose="05000000000000000000" pitchFamily="2" charset="2"/>
              <a:buChar char="q"/>
              <a:defRPr/>
            </a:pPr>
            <a:r>
              <a:rPr lang="en-IN" sz="18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Functional Layout:-</a:t>
            </a:r>
            <a:endParaRPr lang="en-US" sz="1800" dirty="0">
              <a:latin typeface="Times New Roman" panose="02020603050405020304" pitchFamily="18" charset="0"/>
              <a:cs typeface="Times New Roman" panose="02020603050405020304" pitchFamily="18" charset="0"/>
            </a:endParaRPr>
          </a:p>
          <a:p>
            <a:pPr marL="274320" indent="-457200" eaLnBrk="1" fontAlgn="auto" hangingPunct="1">
              <a:spcBef>
                <a:spcPts val="580"/>
              </a:spcBef>
              <a:spcAft>
                <a:spcPts val="0"/>
              </a:spcAft>
              <a:buFont typeface="Wingdings" panose="05000000000000000000" pitchFamily="2" charset="2"/>
              <a:buChar char="q"/>
              <a:defRPr/>
            </a:pPr>
            <a:endParaRPr lang="en-US" sz="1800" dirty="0"/>
          </a:p>
          <a:p>
            <a:pPr marL="1372870" lvl="4" indent="-457200" eaLnBrk="1" fontAlgn="auto" hangingPunct="1">
              <a:spcBef>
                <a:spcPts val="580"/>
              </a:spcBef>
              <a:spcAft>
                <a:spcPts val="0"/>
              </a:spcAft>
              <a:buFont typeface="Wingdings" panose="05000000000000000000" pitchFamily="2" charset="2"/>
              <a:buChar char="q"/>
              <a:defRPr/>
            </a:pPr>
            <a:r>
              <a:rPr lang="en-US" sz="1800" dirty="0">
                <a:latin typeface="Times New Roman" panose="02020603050405020304" pitchFamily="18" charset="0"/>
                <a:cs typeface="Times New Roman" panose="02020603050405020304" pitchFamily="18" charset="0"/>
              </a:rPr>
              <a:t>RFID Scan and Face Recognition: Confirms identity in real-time before recording attendance</a:t>
            </a:r>
          </a:p>
          <a:p>
            <a:pPr marL="274320" indent="-457200" eaLnBrk="1" fontAlgn="auto" hangingPunct="1">
              <a:spcBef>
                <a:spcPts val="580"/>
              </a:spcBef>
              <a:spcAft>
                <a:spcPts val="0"/>
              </a:spcAft>
              <a:buFont typeface="Wingdings" panose="05000000000000000000" pitchFamily="2" charset="2"/>
              <a:buChar char="q"/>
              <a:defRPr/>
            </a:pPr>
            <a:endParaRPr lang="en-IN" sz="18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57CA0C89-0110-97FD-87EC-E1BAC7CA0A8D}"/>
              </a:ext>
            </a:extLst>
          </p:cNvPr>
          <p:cNvSpPr>
            <a:spLocks noGrp="1"/>
          </p:cNvSpPr>
          <p:nvPr>
            <p:ph type="title"/>
          </p:nvPr>
        </p:nvSpPr>
        <p:spPr>
          <a:xfrm>
            <a:off x="361950" y="360363"/>
            <a:ext cx="11396663" cy="1066800"/>
          </a:xfrm>
        </p:spPr>
        <p:txBody>
          <a:bodyPr>
            <a:normAutofit/>
          </a:bodyPr>
          <a:lstStyle/>
          <a:p>
            <a:pPr algn="ctr" eaLnBrk="1" fontAlgn="auto" hangingPunct="1">
              <a:spcAft>
                <a:spcPts val="0"/>
              </a:spcAft>
              <a:defRPr/>
            </a:pP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Objective</a:t>
            </a:r>
          </a:p>
        </p:txBody>
      </p:sp>
      <p:pic>
        <p:nvPicPr>
          <p:cNvPr id="20484" name="Picture 2">
            <a:extLst>
              <a:ext uri="{FF2B5EF4-FFF2-40B4-BE49-F238E27FC236}">
                <a16:creationId xmlns:a16="http://schemas.microsoft.com/office/drawing/2014/main" id="{614F4646-3A4F-D686-DABB-25F7BDF63B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a:extLst>
              <a:ext uri="{FF2B5EF4-FFF2-40B4-BE49-F238E27FC236}">
                <a16:creationId xmlns:a16="http://schemas.microsoft.com/office/drawing/2014/main" id="{D0DF9FDC-3F73-88CA-4212-2B00FA055145}"/>
              </a:ext>
            </a:extLst>
          </p:cNvPr>
          <p:cNvSpPr>
            <a:spLocks noGrp="1"/>
          </p:cNvSpPr>
          <p:nvPr>
            <p:ph type="ftr" sz="quarter" idx="11"/>
          </p:nvPr>
        </p:nvSpPr>
        <p:spPr/>
        <p:txBody>
          <a:bodyPr/>
          <a:lstStyle/>
          <a:p>
            <a:pPr>
              <a:defRPr/>
            </a:pPr>
            <a:r>
              <a:rPr lang="en-US"/>
              <a:t>Final Review</a:t>
            </a:r>
          </a:p>
        </p:txBody>
      </p:sp>
      <p:sp>
        <p:nvSpPr>
          <p:cNvPr id="6" name="Date Placeholder 5">
            <a:extLst>
              <a:ext uri="{FF2B5EF4-FFF2-40B4-BE49-F238E27FC236}">
                <a16:creationId xmlns:a16="http://schemas.microsoft.com/office/drawing/2014/main" id="{8B3AA5CD-0B08-0AA9-238F-1DD077D445B5}"/>
              </a:ext>
            </a:extLst>
          </p:cNvPr>
          <p:cNvSpPr>
            <a:spLocks noGrp="1"/>
          </p:cNvSpPr>
          <p:nvPr>
            <p:ph type="dt" sz="quarter" idx="10"/>
          </p:nvPr>
        </p:nvSpPr>
        <p:spPr/>
        <p:txBody>
          <a:bodyPr/>
          <a:lstStyle/>
          <a:p>
            <a:pPr>
              <a:defRPr/>
            </a:pPr>
            <a:r>
              <a:rPr lang="en-US"/>
              <a:t>Wednesday, November 26, 2024</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3F4E4301-69FE-3C9B-2BE8-C5F095AA9E1C}"/>
              </a:ext>
            </a:extLst>
          </p:cNvPr>
          <p:cNvSpPr>
            <a:spLocks noGrp="1"/>
          </p:cNvSpPr>
          <p:nvPr>
            <p:ph sz="quarter" idx="1"/>
          </p:nvPr>
        </p:nvSpPr>
        <p:spPr>
          <a:xfrm>
            <a:off x="1168400" y="2127250"/>
            <a:ext cx="10363200" cy="4572000"/>
          </a:xfrm>
        </p:spPr>
        <p:txBody>
          <a:bodyPr>
            <a:normAutofit/>
          </a:bodyPr>
          <a:lstStyle/>
          <a:p>
            <a:pPr marL="274320" indent="-457200" eaLnBrk="1" fontAlgn="auto" hangingPunct="1">
              <a:spcBef>
                <a:spcPts val="580"/>
              </a:spcBef>
              <a:spcAft>
                <a:spcPts val="0"/>
              </a:spcAft>
              <a:buFont typeface="Wingdings" panose="05000000000000000000" pitchFamily="2" charset="2"/>
              <a:buChar char="q"/>
              <a:defRPr/>
            </a:pPr>
            <a:r>
              <a:rPr lang="en-US" sz="1800" dirty="0">
                <a:latin typeface="Times New Roman" panose="02020603050405020304" pitchFamily="18" charset="0"/>
                <a:cs typeface="Times New Roman" panose="02020603050405020304" pitchFamily="18" charset="0"/>
              </a:rPr>
              <a:t>A smart attendance system using RFID and facial recognition combines two technologies for accurate and efficient attendance tracking. Each user carries an RFID tag, which is scanned by an RFID reader to log their presence. Simultaneously, a camera captures the user's image, and facial recognition software compares it to the stored database for identity verification. If both the RFID tag and face match the registered data, the system marks attendance. This dual-verification approach minimizes fraud, ensuring that only authorized individuals are recognized. Data is stored in a secure database and can be accessed in real-time by administrators. The system can generate reports and analytics to monitor attendance patterns. Integration with cloud services allows remote access and backup. This method enhances accuracy, security, and efficiency in attendance management across various institutions and organizations.</a:t>
            </a:r>
            <a:endParaRPr lang="en-IN" sz="1800" dirty="0">
              <a:latin typeface="Times New Roman" panose="02020603050405020304" pitchFamily="18" charset="0"/>
              <a:cs typeface="Times New Roman" panose="02020603050405020304" pitchFamily="18" charset="0"/>
            </a:endParaRPr>
          </a:p>
        </p:txBody>
      </p:sp>
      <p:sp>
        <p:nvSpPr>
          <p:cNvPr id="6" name="Title 5">
            <a:extLst>
              <a:ext uri="{FF2B5EF4-FFF2-40B4-BE49-F238E27FC236}">
                <a16:creationId xmlns:a16="http://schemas.microsoft.com/office/drawing/2014/main" id="{C9FA059A-378B-9B87-0B32-22C6285FBE9F}"/>
              </a:ext>
            </a:extLst>
          </p:cNvPr>
          <p:cNvSpPr>
            <a:spLocks noGrp="1"/>
          </p:cNvSpPr>
          <p:nvPr>
            <p:ph type="title"/>
          </p:nvPr>
        </p:nvSpPr>
        <p:spPr>
          <a:xfrm>
            <a:off x="557213" y="790761"/>
            <a:ext cx="10363200" cy="1143000"/>
          </a:xfrm>
        </p:spPr>
        <p:txBody>
          <a:bodyPr>
            <a:normAutofit fontScale="90000"/>
          </a:bodyPr>
          <a:lstStyle/>
          <a:p>
            <a:pPr algn="ctr" eaLnBrk="1" fontAlgn="auto" hangingPunct="1">
              <a:spcAft>
                <a:spcPts val="0"/>
              </a:spcAft>
              <a:defRPr/>
            </a:pPr>
            <a: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Existing Method</a:t>
            </a:r>
            <a:b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endPar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pic>
        <p:nvPicPr>
          <p:cNvPr id="21508" name="Picture 1">
            <a:extLst>
              <a:ext uri="{FF2B5EF4-FFF2-40B4-BE49-F238E27FC236}">
                <a16:creationId xmlns:a16="http://schemas.microsoft.com/office/drawing/2014/main" id="{8F3101A7-734F-2B9F-C163-9B30692CF4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a:extLst>
              <a:ext uri="{FF2B5EF4-FFF2-40B4-BE49-F238E27FC236}">
                <a16:creationId xmlns:a16="http://schemas.microsoft.com/office/drawing/2014/main" id="{38039257-CFA5-9B85-B9CC-7A27895BBF5B}"/>
              </a:ext>
            </a:extLst>
          </p:cNvPr>
          <p:cNvSpPr>
            <a:spLocks noGrp="1"/>
          </p:cNvSpPr>
          <p:nvPr>
            <p:ph type="ftr" sz="quarter" idx="11"/>
          </p:nvPr>
        </p:nvSpPr>
        <p:spPr/>
        <p:txBody>
          <a:bodyPr/>
          <a:lstStyle/>
          <a:p>
            <a:pPr>
              <a:defRPr/>
            </a:pPr>
            <a:r>
              <a:rPr lang="en-US"/>
              <a:t>Final Review</a:t>
            </a:r>
          </a:p>
        </p:txBody>
      </p:sp>
      <p:sp>
        <p:nvSpPr>
          <p:cNvPr id="7" name="Date Placeholder 6">
            <a:extLst>
              <a:ext uri="{FF2B5EF4-FFF2-40B4-BE49-F238E27FC236}">
                <a16:creationId xmlns:a16="http://schemas.microsoft.com/office/drawing/2014/main" id="{602A8F33-73EA-104B-E9A5-3534F99E0079}"/>
              </a:ext>
            </a:extLst>
          </p:cNvPr>
          <p:cNvSpPr>
            <a:spLocks noGrp="1"/>
          </p:cNvSpPr>
          <p:nvPr>
            <p:ph type="dt" sz="quarter" idx="10"/>
          </p:nvPr>
        </p:nvSpPr>
        <p:spPr/>
        <p:txBody>
          <a:bodyPr/>
          <a:lstStyle/>
          <a:p>
            <a:pPr>
              <a:defRPr/>
            </a:pPr>
            <a:r>
              <a:rPr lang="en-US"/>
              <a:t>Wednesday, November 26, 2024</a:t>
            </a: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1">
            <a:extLst>
              <a:ext uri="{FF2B5EF4-FFF2-40B4-BE49-F238E27FC236}">
                <a16:creationId xmlns:a16="http://schemas.microsoft.com/office/drawing/2014/main" id="{3B1E1EDC-7EE6-A6CF-7DED-AFEB5FE47844}"/>
              </a:ext>
            </a:extLst>
          </p:cNvPr>
          <p:cNvSpPr>
            <a:spLocks noGrp="1" noChangeArrowheads="1"/>
          </p:cNvSpPr>
          <p:nvPr>
            <p:ph sz="quarter" idx="1"/>
          </p:nvPr>
        </p:nvSpPr>
        <p:spPr/>
        <p:txBody>
          <a:bodyPr/>
          <a:lstStyle/>
          <a:p>
            <a:pPr>
              <a:defRPr/>
            </a:pPr>
            <a:endParaRPr lang="en-IN" altLang="en-US" dirty="0"/>
          </a:p>
          <a:p>
            <a:pPr marL="0" indent="0" eaLnBrk="1" fontAlgn="auto" hangingPunct="1">
              <a:spcBef>
                <a:spcPts val="580"/>
              </a:spcBef>
              <a:spcAft>
                <a:spcPts val="0"/>
              </a:spcAft>
              <a:buNone/>
              <a:defRPr/>
            </a:pPr>
            <a:endParaRPr lang="en-IN" sz="2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113F9E09-E064-634B-E955-0F9968930E41}"/>
              </a:ext>
            </a:extLst>
          </p:cNvPr>
          <p:cNvSpPr>
            <a:spLocks noGrp="1"/>
          </p:cNvSpPr>
          <p:nvPr>
            <p:ph type="title"/>
          </p:nvPr>
        </p:nvSpPr>
        <p:spPr>
          <a:xfrm>
            <a:off x="290512" y="147735"/>
            <a:ext cx="10363200" cy="1143000"/>
          </a:xfrm>
        </p:spPr>
        <p:txBody>
          <a:bodyPr/>
          <a:lstStyle/>
          <a:p>
            <a:pPr algn="ctr">
              <a:defRPr/>
            </a:pPr>
            <a: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Proposed Method</a:t>
            </a:r>
            <a:endParaRPr lang="en-IN" dirty="0"/>
          </a:p>
        </p:txBody>
      </p:sp>
      <p:sp>
        <p:nvSpPr>
          <p:cNvPr id="8" name="Date Placeholder 7">
            <a:extLst>
              <a:ext uri="{FF2B5EF4-FFF2-40B4-BE49-F238E27FC236}">
                <a16:creationId xmlns:a16="http://schemas.microsoft.com/office/drawing/2014/main" id="{0E1A7D47-4E12-56B9-68F6-4E2A2BF06860}"/>
              </a:ext>
            </a:extLst>
          </p:cNvPr>
          <p:cNvSpPr>
            <a:spLocks noGrp="1"/>
          </p:cNvSpPr>
          <p:nvPr>
            <p:ph type="dt" sz="half" idx="10"/>
          </p:nvPr>
        </p:nvSpPr>
        <p:spPr/>
        <p:txBody>
          <a:bodyPr/>
          <a:lstStyle/>
          <a:p>
            <a:pPr>
              <a:defRPr/>
            </a:pPr>
            <a:r>
              <a:rPr lang="en-US"/>
              <a:t>Wednesday, November 26, 2024</a:t>
            </a:r>
          </a:p>
        </p:txBody>
      </p:sp>
      <p:sp>
        <p:nvSpPr>
          <p:cNvPr id="7" name="Footer Placeholder 6">
            <a:extLst>
              <a:ext uri="{FF2B5EF4-FFF2-40B4-BE49-F238E27FC236}">
                <a16:creationId xmlns:a16="http://schemas.microsoft.com/office/drawing/2014/main" id="{5C2DC475-881C-6832-0AC0-2AB327850D60}"/>
              </a:ext>
            </a:extLst>
          </p:cNvPr>
          <p:cNvSpPr>
            <a:spLocks noGrp="1"/>
          </p:cNvSpPr>
          <p:nvPr>
            <p:ph type="ftr" sz="quarter" idx="11"/>
          </p:nvPr>
        </p:nvSpPr>
        <p:spPr/>
        <p:txBody>
          <a:bodyPr/>
          <a:lstStyle/>
          <a:p>
            <a:pPr>
              <a:defRPr/>
            </a:pPr>
            <a:r>
              <a:rPr lang="en-US" dirty="0"/>
              <a:t>Final Review</a:t>
            </a:r>
          </a:p>
        </p:txBody>
      </p:sp>
      <p:pic>
        <p:nvPicPr>
          <p:cNvPr id="22532" name="Picture 1">
            <a:extLst>
              <a:ext uri="{FF2B5EF4-FFF2-40B4-BE49-F238E27FC236}">
                <a16:creationId xmlns:a16="http://schemas.microsoft.com/office/drawing/2014/main" id="{D1E59FE8-4F7A-3327-007A-4E97844C5A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80A204EE-4A41-659B-CFA7-C515348535C7}"/>
              </a:ext>
            </a:extLst>
          </p:cNvPr>
          <p:cNvSpPr txBox="1"/>
          <p:nvPr/>
        </p:nvSpPr>
        <p:spPr bwMode="auto">
          <a:xfrm>
            <a:off x="494522" y="1443135"/>
            <a:ext cx="11406965" cy="409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The proposed method integrates RFID and face recognition to enhance attendance tracking, ensuring secure and accurate verification.</a:t>
            </a:r>
          </a:p>
          <a:p>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It involves two key steps: RFID identification and face recognition. </a:t>
            </a:r>
          </a:p>
          <a:p>
            <a:r>
              <a:rPr lang="en-US" sz="2000" dirty="0">
                <a:latin typeface="Times New Roman" panose="02020603050405020304" pitchFamily="18" charset="0"/>
                <a:cs typeface="Times New Roman" panose="02020603050405020304" pitchFamily="18" charset="0"/>
              </a:rPr>
              <a:t>*First, the user scans their RFID card, which retrieves their unique ID from the database.</a:t>
            </a:r>
          </a:p>
          <a:p>
            <a:r>
              <a:rPr lang="en-US" sz="2000" dirty="0">
                <a:latin typeface="Times New Roman" panose="02020603050405020304" pitchFamily="18" charset="0"/>
                <a:cs typeface="Times New Roman" panose="02020603050405020304" pitchFamily="18" charset="0"/>
              </a:rPr>
              <a:t>*A camera then captures a real-time image of the user, which is compared with the stored facial template using a face      recognition algorithm.</a:t>
            </a:r>
          </a:p>
          <a:p>
            <a:r>
              <a:rPr lang="en-US" sz="2000" dirty="0">
                <a:latin typeface="Times New Roman" panose="02020603050405020304" pitchFamily="18" charset="0"/>
                <a:cs typeface="Times New Roman" panose="02020603050405020304" pitchFamily="18" charset="0"/>
              </a:rPr>
              <a:t>*If both the RFID and face match, then attendance is recorded; otherwise, an error is displayed.</a:t>
            </a:r>
          </a:p>
          <a:p>
            <a:r>
              <a:rPr lang="en-US" sz="2000" dirty="0">
                <a:latin typeface="Times New Roman" panose="02020603050405020304" pitchFamily="18" charset="0"/>
                <a:cs typeface="Times New Roman" panose="02020603050405020304" pitchFamily="18" charset="0"/>
              </a:rPr>
              <a:t>*This dual-layer authentication will prevent misuse, such as proxy attendance, by verifying not only the RFID card but also the person's identity.</a:t>
            </a:r>
          </a:p>
          <a:p>
            <a:r>
              <a:rPr lang="en-US" sz="2000" dirty="0">
                <a:latin typeface="Times New Roman" panose="02020603050405020304" pitchFamily="18" charset="0"/>
                <a:cs typeface="Times New Roman" panose="02020603050405020304" pitchFamily="18" charset="0"/>
              </a:rPr>
              <a:t>*The system ensures accurate record-keeping and can store data in a local or remote database, making it scalable for different applications such as schools, workplaces, and public events. </a:t>
            </a:r>
          </a:p>
          <a:p>
            <a:r>
              <a:rPr lang="en-US" sz="2000" dirty="0">
                <a:latin typeface="Times New Roman" panose="02020603050405020304" pitchFamily="18" charset="0"/>
                <a:cs typeface="Times New Roman" panose="02020603050405020304" pitchFamily="18" charset="0"/>
              </a:rPr>
              <a:t>*The solution provides enhanced security and efficiency, making it a reliable way of tracking attendance while reducing errors.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8CDF99F-1277-E8F9-F221-7CED2D7E4618}"/>
              </a:ext>
            </a:extLst>
          </p:cNvPr>
          <p:cNvSpPr>
            <a:spLocks noGrp="1"/>
          </p:cNvSpPr>
          <p:nvPr>
            <p:ph type="title"/>
          </p:nvPr>
        </p:nvSpPr>
        <p:spPr>
          <a:xfrm>
            <a:off x="804863" y="298450"/>
            <a:ext cx="10363200" cy="1033463"/>
          </a:xfrm>
        </p:spPr>
        <p:txBody>
          <a:bodyPr>
            <a:normAutofit fontScale="90000"/>
          </a:bodyPr>
          <a:lstStyle/>
          <a:p>
            <a:pPr algn="ctr" eaLnBrk="1" fontAlgn="auto" hangingPunct="1">
              <a:spcAft>
                <a:spcPts val="0"/>
              </a:spcAft>
              <a:defRPr/>
            </a:pP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a:t>
            </a: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a:t>
            </a: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r>
              <a:rPr lang="en-US" sz="44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Block diagram</a:t>
            </a:r>
            <a:endParaRPr lang="en-IN" sz="44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F2BD0A3C-5EB1-E535-C168-582FEAA6C0CB}"/>
              </a:ext>
            </a:extLst>
          </p:cNvPr>
          <p:cNvSpPr txBox="1">
            <a:spLocks/>
          </p:cNvSpPr>
          <p:nvPr/>
        </p:nvSpPr>
        <p:spPr>
          <a:xfrm>
            <a:off x="1371600" y="1600200"/>
            <a:ext cx="10363200" cy="4572000"/>
          </a:xfrm>
          <a:prstGeom prst="rect">
            <a:avLst/>
          </a:prstGeom>
        </p:spPr>
        <p:txBody>
          <a:bodyPr>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 typeface="Arial" panose="020B0604020202020204" pitchFamily="34" charset="0"/>
              <a:buChar char="•"/>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indent="-457200" fontAlgn="auto">
              <a:spcAft>
                <a:spcPts val="0"/>
              </a:spcAft>
              <a:buFont typeface="Wingdings" panose="05000000000000000000" pitchFamily="2" charset="2"/>
              <a:buChar char="q"/>
              <a:defRPr/>
            </a:pPr>
            <a:endParaRPr lang="en-IN" sz="1800" dirty="0">
              <a:solidFill>
                <a:srgbClr val="000000"/>
              </a:solidFill>
              <a:latin typeface="Times New Roman" panose="02020603050405020304" pitchFamily="18" charset="0"/>
              <a:ea typeface="Microsoft Sans Serif" panose="020B0604020202020204" pitchFamily="34" charset="0"/>
              <a:cs typeface="Times New Roman" panose="02020603050405020304" pitchFamily="18" charset="0"/>
            </a:endParaRPr>
          </a:p>
          <a:p>
            <a:pPr marL="0" indent="0" fontAlgn="auto">
              <a:spcAft>
                <a:spcPts val="0"/>
              </a:spcAft>
              <a:buFont typeface="Wingdings 2"/>
              <a:buNone/>
              <a:defRPr/>
            </a:pPr>
            <a:endParaRPr lang="en-IN" sz="1800" b="1" dirty="0">
              <a:solidFill>
                <a:srgbClr val="C00000"/>
              </a:solidFill>
              <a:latin typeface="Times New Roman" panose="02020603050405020304" pitchFamily="18" charset="0"/>
              <a:cs typeface="Times New Roman" panose="02020603050405020304" pitchFamily="18" charset="0"/>
            </a:endParaRPr>
          </a:p>
        </p:txBody>
      </p:sp>
      <p:pic>
        <p:nvPicPr>
          <p:cNvPr id="23556" name="Picture 1">
            <a:extLst>
              <a:ext uri="{FF2B5EF4-FFF2-40B4-BE49-F238E27FC236}">
                <a16:creationId xmlns:a16="http://schemas.microsoft.com/office/drawing/2014/main" id="{E04BE28F-7B5D-065D-3B8A-1E15AC67D6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2">
            <a:extLst>
              <a:ext uri="{FF2B5EF4-FFF2-40B4-BE49-F238E27FC236}">
                <a16:creationId xmlns:a16="http://schemas.microsoft.com/office/drawing/2014/main" id="{E0FA28D4-DB5F-B952-CF0F-B954F9F914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2813" y="3111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a:extLst>
              <a:ext uri="{FF2B5EF4-FFF2-40B4-BE49-F238E27FC236}">
                <a16:creationId xmlns:a16="http://schemas.microsoft.com/office/drawing/2014/main" id="{D35A46A1-650E-35BA-A277-95CBBD31C977}"/>
              </a:ext>
            </a:extLst>
          </p:cNvPr>
          <p:cNvSpPr>
            <a:spLocks noGrp="1"/>
          </p:cNvSpPr>
          <p:nvPr>
            <p:ph type="ftr" sz="quarter" idx="11"/>
          </p:nvPr>
        </p:nvSpPr>
        <p:spPr/>
        <p:txBody>
          <a:bodyPr/>
          <a:lstStyle/>
          <a:p>
            <a:pPr>
              <a:defRPr/>
            </a:pPr>
            <a:r>
              <a:rPr lang="en-US"/>
              <a:t>Final Review</a:t>
            </a:r>
          </a:p>
        </p:txBody>
      </p:sp>
      <p:sp>
        <p:nvSpPr>
          <p:cNvPr id="7" name="Date Placeholder 6">
            <a:extLst>
              <a:ext uri="{FF2B5EF4-FFF2-40B4-BE49-F238E27FC236}">
                <a16:creationId xmlns:a16="http://schemas.microsoft.com/office/drawing/2014/main" id="{C49C49E6-DCFC-218D-D254-815F862EB4AA}"/>
              </a:ext>
            </a:extLst>
          </p:cNvPr>
          <p:cNvSpPr>
            <a:spLocks noGrp="1"/>
          </p:cNvSpPr>
          <p:nvPr>
            <p:ph type="dt" sz="quarter" idx="10"/>
          </p:nvPr>
        </p:nvSpPr>
        <p:spPr/>
        <p:txBody>
          <a:bodyPr/>
          <a:lstStyle/>
          <a:p>
            <a:pPr>
              <a:defRPr/>
            </a:pPr>
            <a:r>
              <a:rPr lang="en-US"/>
              <a:t>Wednesday, November 26, 2024</a:t>
            </a:r>
          </a:p>
        </p:txBody>
      </p:sp>
      <p:pic>
        <p:nvPicPr>
          <p:cNvPr id="2" name="Picture 6">
            <a:extLst>
              <a:ext uri="{FF2B5EF4-FFF2-40B4-BE49-F238E27FC236}">
                <a16:creationId xmlns:a16="http://schemas.microsoft.com/office/drawing/2014/main" id="{944C4DFB-EA5C-2336-D866-8E705688E3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3688" y="1657350"/>
            <a:ext cx="6524625" cy="436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A30ABBB-2BF5-DE5B-B7E5-2D18B3CE1CC6}"/>
              </a:ext>
            </a:extLst>
          </p:cNvPr>
          <p:cNvSpPr>
            <a:spLocks noGrp="1"/>
          </p:cNvSpPr>
          <p:nvPr>
            <p:ph type="title"/>
          </p:nvPr>
        </p:nvSpPr>
        <p:spPr/>
        <p:txBody>
          <a:bodyPr>
            <a:normAutofit fontScale="90000"/>
          </a:bodyPr>
          <a:lstStyle/>
          <a:p>
            <a:pPr algn="ctr" eaLnBrk="1" fontAlgn="auto" hangingPunct="1">
              <a:spcAft>
                <a:spcPts val="0"/>
              </a:spcAft>
              <a:defRPr/>
            </a:pP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a:t>
            </a: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a:t>
            </a: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r>
              <a:rPr lang="en-IN" sz="36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Explanation of Proposed Work</a:t>
            </a:r>
            <a:endPar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7" name="Date Placeholder 6">
            <a:extLst>
              <a:ext uri="{FF2B5EF4-FFF2-40B4-BE49-F238E27FC236}">
                <a16:creationId xmlns:a16="http://schemas.microsoft.com/office/drawing/2014/main" id="{00313357-22E9-014A-FD5B-66A51016711F}"/>
              </a:ext>
            </a:extLst>
          </p:cNvPr>
          <p:cNvSpPr>
            <a:spLocks noGrp="1"/>
          </p:cNvSpPr>
          <p:nvPr>
            <p:ph type="dt" sz="half" idx="10"/>
          </p:nvPr>
        </p:nvSpPr>
        <p:spPr/>
        <p:txBody>
          <a:bodyPr/>
          <a:lstStyle/>
          <a:p>
            <a:pPr>
              <a:defRPr/>
            </a:pPr>
            <a:r>
              <a:rPr lang="en-US"/>
              <a:t>Wednesday, November 26, 2024</a:t>
            </a:r>
          </a:p>
        </p:txBody>
      </p:sp>
      <p:sp>
        <p:nvSpPr>
          <p:cNvPr id="5" name="Footer Placeholder 4">
            <a:extLst>
              <a:ext uri="{FF2B5EF4-FFF2-40B4-BE49-F238E27FC236}">
                <a16:creationId xmlns:a16="http://schemas.microsoft.com/office/drawing/2014/main" id="{BE8736F8-40F8-53DC-E658-1560AB534581}"/>
              </a:ext>
            </a:extLst>
          </p:cNvPr>
          <p:cNvSpPr>
            <a:spLocks noGrp="1"/>
          </p:cNvSpPr>
          <p:nvPr>
            <p:ph type="ftr" sz="quarter" idx="11"/>
          </p:nvPr>
        </p:nvSpPr>
        <p:spPr>
          <a:xfrm>
            <a:off x="2722880" y="6200775"/>
            <a:ext cx="5283200" cy="457200"/>
          </a:xfrm>
        </p:spPr>
        <p:txBody>
          <a:bodyPr/>
          <a:lstStyle/>
          <a:p>
            <a:pPr>
              <a:defRPr/>
            </a:pPr>
            <a:r>
              <a:rPr lang="en-US" dirty="0"/>
              <a:t>Final Review</a:t>
            </a:r>
          </a:p>
        </p:txBody>
      </p:sp>
      <p:sp>
        <p:nvSpPr>
          <p:cNvPr id="9" name="Content Placeholder 2">
            <a:extLst>
              <a:ext uri="{FF2B5EF4-FFF2-40B4-BE49-F238E27FC236}">
                <a16:creationId xmlns:a16="http://schemas.microsoft.com/office/drawing/2014/main" id="{65B6E39C-0CC5-B6A1-0B01-617B254328C4}"/>
              </a:ext>
            </a:extLst>
          </p:cNvPr>
          <p:cNvSpPr txBox="1">
            <a:spLocks/>
          </p:cNvSpPr>
          <p:nvPr/>
        </p:nvSpPr>
        <p:spPr>
          <a:xfrm>
            <a:off x="1371600" y="1600200"/>
            <a:ext cx="10363200" cy="4572000"/>
          </a:xfrm>
          <a:prstGeom prst="rect">
            <a:avLst/>
          </a:prstGeom>
        </p:spPr>
        <p:txBody>
          <a:bodyPr>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 typeface="Arial" panose="020B0604020202020204" pitchFamily="34" charset="0"/>
              <a:buChar char="•"/>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fontAlgn="auto">
              <a:spcAft>
                <a:spcPts val="0"/>
              </a:spcAft>
              <a:buFont typeface="Wingdings 2"/>
              <a:buNone/>
              <a:defRPr/>
            </a:pPr>
            <a:endParaRPr lang="en-IN" sz="1800" b="1" dirty="0">
              <a:solidFill>
                <a:srgbClr val="C00000"/>
              </a:solidFill>
              <a:latin typeface="Times New Roman" panose="02020603050405020304" pitchFamily="18" charset="0"/>
              <a:cs typeface="Times New Roman" panose="02020603050405020304" pitchFamily="18" charset="0"/>
            </a:endParaRPr>
          </a:p>
        </p:txBody>
      </p:sp>
      <p:pic>
        <p:nvPicPr>
          <p:cNvPr id="24580" name="Picture 1">
            <a:extLst>
              <a:ext uri="{FF2B5EF4-FFF2-40B4-BE49-F238E27FC236}">
                <a16:creationId xmlns:a16="http://schemas.microsoft.com/office/drawing/2014/main" id="{C00E4BD4-D2DA-D907-9AE4-0C5449037E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3">
            <a:extLst>
              <a:ext uri="{FF2B5EF4-FFF2-40B4-BE49-F238E27FC236}">
                <a16:creationId xmlns:a16="http://schemas.microsoft.com/office/drawing/2014/main" id="{4A3CFDA0-CCA6-C6D5-FF7B-4306FAEA461C}"/>
              </a:ext>
            </a:extLst>
          </p:cNvPr>
          <p:cNvSpPr>
            <a:spLocks noGrp="1" noChangeArrowheads="1"/>
          </p:cNvSpPr>
          <p:nvPr>
            <p:ph sz="quarter" idx="1"/>
          </p:nvPr>
        </p:nvSpPr>
        <p:spPr bwMode="auto">
          <a:xfrm>
            <a:off x="490538" y="1353265"/>
            <a:ext cx="1141095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1"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t>
            </a:r>
            <a:r>
              <a:rPr lang="en-US" altLang="en-US" sz="2000" b="1" i="1" dirty="0">
                <a:latin typeface="Times New Roman" panose="02020603050405020304" pitchFamily="18" charset="0"/>
                <a:cs typeface="Times New Roman" panose="02020603050405020304" pitchFamily="18" charset="0"/>
              </a:rPr>
              <a:t>he</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proposed work outlines the design and implementation of an RFID-based attendance system integrated with facial recognition technology. The system is intended to ensure secure, accurate, and efficient attendance tracking by combining two layers of verification: RFID and facial recognition.</a:t>
            </a: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74638" lvl="1" indent="0">
              <a:spcBef>
                <a:spcPct val="0"/>
              </a:spcBef>
              <a:buClrTx/>
              <a:buSzTx/>
              <a:buNone/>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Components:</a:t>
            </a:r>
          </a:p>
          <a:p>
            <a:pPr marL="274638" lvl="1" indent="0">
              <a:spcBef>
                <a:spcPct val="0"/>
              </a:spcBef>
              <a:buClrTx/>
              <a:buSzTx/>
              <a:buFontTx/>
              <a:buAutoNum type="arabicPeriod"/>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RFID Identification</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scan their RFID cards, which triggers the system to retrieve the user's unique ID from the database. This provides fast and reliable identification.</a:t>
            </a:r>
          </a:p>
          <a:p>
            <a:pPr marL="274638" lvl="1" indent="0">
              <a:spcBef>
                <a:spcPct val="0"/>
              </a:spcBef>
              <a:buClrTx/>
              <a:buSzTx/>
              <a:buFontTx/>
              <a:buAutoNum type="arabicPeriod" startAt="2"/>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Face Recognition</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camera captures the user’s image, and the system uses face recognition algorithms to match the captured photo with a pre-stored facial template in the database.</a:t>
            </a:r>
          </a:p>
          <a:p>
            <a:pPr marL="274638" lvl="1" indent="0">
              <a:spcBef>
                <a:spcPct val="0"/>
              </a:spcBef>
              <a:buClrTx/>
              <a:buSzTx/>
              <a:buFontTx/>
              <a:buAutoNum type="arabicPeriod" startAt="3"/>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Verification: </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checks whether both the RFID ID and the facial recognition match. If they do, attendance is successfully recorded; if not, an error message is generated.</a:t>
            </a:r>
          </a:p>
          <a:p>
            <a:pPr marL="274638" lvl="1" indent="0">
              <a:spcBef>
                <a:spcPct val="0"/>
              </a:spcBef>
              <a:buClrTx/>
              <a:buSzTx/>
              <a:buFontTx/>
              <a:buAutoNum type="arabicPeriod" startAt="4"/>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Attendance Recording</a:t>
            </a: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Upon successful verification, attendance is logged in a secure database for future reference. If there’s a mismatch, an error message (like "Face Not Recognized") will alert the user.</a:t>
            </a:r>
            <a:endParaRPr lang="en-US" altLang="en-US" sz="16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Advantages: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Dual-layer security</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Prevents unauthorized access or proxy attendance by verifying both the RFID card and facial features.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Accurate record-keeping</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Ensures that each attendance entry is linked to the correct individual, reducing errors and fraud.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and adaptable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can be used across various platforms, including schools, workplaces, or large public events, and supports cloud-based data storage for centralized management.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method offers a comprehensive solution for attendance management by merging two reliable technologies, ensuring higher security, accuracy, and scalability.</a:t>
            </a:r>
          </a:p>
          <a:p>
            <a:pPr marL="274638" lvl="1" indent="0">
              <a:spcBef>
                <a:spcPct val="0"/>
              </a:spcBef>
              <a:buClrTx/>
              <a:buSzTx/>
              <a:buNone/>
            </a:pP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5C80DEC3-61A3-D49E-1EEB-39ABCECCB902}"/>
              </a:ext>
            </a:extLst>
          </p:cNvPr>
          <p:cNvSpPr>
            <a:spLocks noGrp="1"/>
          </p:cNvSpPr>
          <p:nvPr>
            <p:ph type="body" sz="half" idx="3"/>
          </p:nvPr>
        </p:nvSpPr>
        <p:spPr>
          <a:xfrm>
            <a:off x="6604000" y="1447800"/>
            <a:ext cx="4978400" cy="518160"/>
          </a:xfrm>
        </p:spPr>
        <p:txBody>
          <a:bodyPr/>
          <a:lstStyle/>
          <a:p>
            <a:r>
              <a:rPr lang="en-US" sz="20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Software Involved</a:t>
            </a:r>
            <a:br>
              <a:rPr lang="en-IN" sz="40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endParaRPr lang="en-IN" dirty="0"/>
          </a:p>
        </p:txBody>
      </p:sp>
      <p:sp>
        <p:nvSpPr>
          <p:cNvPr id="11" name="Text Placeholder 10">
            <a:extLst>
              <a:ext uri="{FF2B5EF4-FFF2-40B4-BE49-F238E27FC236}">
                <a16:creationId xmlns:a16="http://schemas.microsoft.com/office/drawing/2014/main" id="{35A0672C-96F3-6127-B085-A10A4E1452DA}"/>
              </a:ext>
            </a:extLst>
          </p:cNvPr>
          <p:cNvSpPr>
            <a:spLocks noGrp="1"/>
          </p:cNvSpPr>
          <p:nvPr>
            <p:ph type="body" idx="1"/>
          </p:nvPr>
        </p:nvSpPr>
        <p:spPr>
          <a:xfrm>
            <a:off x="1219200" y="1229360"/>
            <a:ext cx="4978400" cy="518160"/>
          </a:xfrm>
        </p:spPr>
        <p:txBody>
          <a:bodyPr/>
          <a:lstStyle/>
          <a:p>
            <a:r>
              <a:rPr lang="en-US" sz="20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a:t>
            </a:r>
          </a:p>
          <a:p>
            <a:r>
              <a:rPr lang="en-US" sz="20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a:t>
            </a:r>
          </a:p>
          <a:p>
            <a:r>
              <a:rPr lang="en-US" sz="20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a:t>
            </a:r>
          </a:p>
          <a:p>
            <a:r>
              <a:rPr lang="en-US" sz="20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Hardware Involved</a:t>
            </a:r>
            <a:endParaRPr lang="en-IN" sz="2000" dirty="0"/>
          </a:p>
        </p:txBody>
      </p:sp>
      <p:sp>
        <p:nvSpPr>
          <p:cNvPr id="6" name="Title 5">
            <a:extLst>
              <a:ext uri="{FF2B5EF4-FFF2-40B4-BE49-F238E27FC236}">
                <a16:creationId xmlns:a16="http://schemas.microsoft.com/office/drawing/2014/main" id="{D29D196F-8D9C-D75C-ABCB-290C3C281025}"/>
              </a:ext>
            </a:extLst>
          </p:cNvPr>
          <p:cNvSpPr>
            <a:spLocks noGrp="1"/>
          </p:cNvSpPr>
          <p:nvPr>
            <p:ph type="title"/>
          </p:nvPr>
        </p:nvSpPr>
        <p:spPr/>
        <p:txBody>
          <a:bodyPr>
            <a:normAutofit fontScale="90000"/>
          </a:bodyPr>
          <a:lstStyle/>
          <a:p>
            <a:pPr algn="ctr" eaLnBrk="1" fontAlgn="auto" hangingPunct="1">
              <a:spcAft>
                <a:spcPts val="0"/>
              </a:spcAft>
              <a:defRPr/>
            </a:pP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a:t>
            </a: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a:t>
            </a: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br>
              <a:rPr lang="en-US" sz="27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r>
              <a:rPr lang="en-US" sz="36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Hardware &amp; Software Involved</a:t>
            </a:r>
            <a:br>
              <a:rPr lang="en-IN" sz="4900"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br>
            <a:endPar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pic>
        <p:nvPicPr>
          <p:cNvPr id="25604" name="Picture 1">
            <a:extLst>
              <a:ext uri="{FF2B5EF4-FFF2-40B4-BE49-F238E27FC236}">
                <a16:creationId xmlns:a16="http://schemas.microsoft.com/office/drawing/2014/main" id="{ADA759A9-6EF3-7885-EFB4-A0CE898015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3">
            <a:extLst>
              <a:ext uri="{FF2B5EF4-FFF2-40B4-BE49-F238E27FC236}">
                <a16:creationId xmlns:a16="http://schemas.microsoft.com/office/drawing/2014/main" id="{9DC349D9-68EC-CA91-3D4E-5C545D8D20FA}"/>
              </a:ext>
            </a:extLst>
          </p:cNvPr>
          <p:cNvSpPr>
            <a:spLocks noGrp="1" noChangeArrowheads="1"/>
          </p:cNvSpPr>
          <p:nvPr>
            <p:ph sz="half" idx="2"/>
          </p:nvPr>
        </p:nvSpPr>
        <p:spPr bwMode="auto">
          <a:xfrm>
            <a:off x="1219200" y="1937712"/>
            <a:ext cx="4165600"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.Zebra Technologies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Impinj</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.Honeywell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.Logitech</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.Axis Communications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Hikvision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.Raspberry Pi</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.Arduino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6" name="Rectangle 4">
            <a:extLst>
              <a:ext uri="{FF2B5EF4-FFF2-40B4-BE49-F238E27FC236}">
                <a16:creationId xmlns:a16="http://schemas.microsoft.com/office/drawing/2014/main" id="{9697B2EC-7F49-9005-4EB3-5C9E09887C6C}"/>
              </a:ext>
            </a:extLst>
          </p:cNvPr>
          <p:cNvSpPr>
            <a:spLocks noGrp="1" noChangeArrowheads="1"/>
          </p:cNvSpPr>
          <p:nvPr>
            <p:ph sz="half" idx="4"/>
          </p:nvPr>
        </p:nvSpPr>
        <p:spPr bwMode="auto">
          <a:xfrm>
            <a:off x="7416800" y="1647190"/>
            <a:ext cx="3738967"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.Face++</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Microsoft Azure Cognitive Services</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OpenCV</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NXP Semiconductors</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5"/>
              <a:tabLst/>
            </a:pP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Impinj</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6"/>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Zebra Technologies</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7"/>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MySQL</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8"/>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PostgreSQL</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9"/>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Firebase</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AutoNum type="arabicPeriod" startAt="10"/>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Microsoft SQL Server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DC3388F9-8653-1F78-7D8A-548DC58F7810}"/>
              </a:ext>
            </a:extLst>
          </p:cNvPr>
          <p:cNvSpPr>
            <a:spLocks noGrp="1"/>
          </p:cNvSpPr>
          <p:nvPr>
            <p:ph sz="quarter" idx="1"/>
          </p:nvPr>
        </p:nvSpPr>
        <p:spPr>
          <a:xfrm>
            <a:off x="579120" y="1382078"/>
            <a:ext cx="10363200" cy="4572000"/>
          </a:xfrm>
        </p:spPr>
        <p:txBody>
          <a:bodyPr/>
          <a:lstStyle/>
          <a:p>
            <a:r>
              <a:rPr lang="en-US" sz="2000" dirty="0">
                <a:latin typeface="Times New Roman" panose="02020603050405020304" pitchFamily="18" charset="0"/>
                <a:cs typeface="Times New Roman" panose="02020603050405020304" pitchFamily="18" charset="0"/>
              </a:rPr>
              <a:t>The RFID-based attendance system integrated with facial recognition offers multiple applications across various sectors. In </a:t>
            </a:r>
            <a:r>
              <a:rPr lang="en-US" sz="1800" dirty="0">
                <a:latin typeface="Times New Roman" panose="02020603050405020304" pitchFamily="18" charset="0"/>
                <a:cs typeface="Times New Roman" panose="02020603050405020304" pitchFamily="18" charset="0"/>
              </a:rPr>
              <a:t>educational institutions </a:t>
            </a:r>
            <a:r>
              <a:rPr lang="en-US" sz="2000" dirty="0">
                <a:latin typeface="Times New Roman" panose="02020603050405020304" pitchFamily="18" charset="0"/>
                <a:cs typeface="Times New Roman" panose="02020603050405020304" pitchFamily="18" charset="0"/>
              </a:rPr>
              <a:t>, it ensures accurate tracking of student attendance while preventing proxy attendance. In </a:t>
            </a:r>
            <a:r>
              <a:rPr lang="en-US" sz="1800" dirty="0">
                <a:latin typeface="Times New Roman" panose="02020603050405020304" pitchFamily="18" charset="0"/>
                <a:cs typeface="Times New Roman" panose="02020603050405020304" pitchFamily="18" charset="0"/>
              </a:rPr>
              <a:t>workplace</a:t>
            </a:r>
            <a:r>
              <a:rPr lang="en-US" sz="2000" dirty="0">
                <a:latin typeface="Times New Roman" panose="02020603050405020304" pitchFamily="18" charset="0"/>
                <a:cs typeface="Times New Roman" panose="02020603050405020304" pitchFamily="18" charset="0"/>
              </a:rPr>
              <a:t>s</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it helps monitor employee presence and enhance security through dual verification. This system can also be used at </a:t>
            </a:r>
            <a:r>
              <a:rPr lang="en-US" sz="1600" dirty="0">
                <a:latin typeface="Times New Roman" panose="02020603050405020304" pitchFamily="18" charset="0"/>
                <a:cs typeface="Times New Roman" panose="02020603050405020304" pitchFamily="18" charset="0"/>
              </a:rPr>
              <a:t>public</a:t>
            </a:r>
            <a:r>
              <a:rPr lang="en-US" sz="18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events</a:t>
            </a:r>
            <a:r>
              <a:rPr lang="en-US" sz="18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for secure access control and registration. In </a:t>
            </a:r>
            <a:r>
              <a:rPr lang="en-US" sz="1800" dirty="0">
                <a:latin typeface="Times New Roman" panose="02020603050405020304" pitchFamily="18" charset="0"/>
                <a:cs typeface="Times New Roman" panose="02020603050405020304" pitchFamily="18" charset="0"/>
              </a:rPr>
              <a:t>healthcare</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it ensures the accurate identification of patients and secure access to medical records.</a:t>
            </a:r>
          </a:p>
          <a:p>
            <a:pPr marL="0" indent="0">
              <a:buNone/>
            </a:pPr>
            <a:r>
              <a:rPr lang="en-US" sz="2000" b="1" dirty="0">
                <a:solidFill>
                  <a:schemeClr val="accent3"/>
                </a:solidFill>
                <a:latin typeface="Times New Roman" panose="02020603050405020304" pitchFamily="18" charset="0"/>
                <a:cs typeface="Times New Roman" panose="02020603050405020304" pitchFamily="18" charset="0"/>
              </a:rPr>
              <a:t>ADVANTAGES </a:t>
            </a:r>
          </a:p>
          <a:p>
            <a:pPr marL="0" indent="0">
              <a:buNone/>
            </a:pPr>
            <a:r>
              <a:rPr lang="en-US" sz="1800" b="1" dirty="0">
                <a:latin typeface="Times New Roman" panose="02020603050405020304" pitchFamily="18" charset="0"/>
                <a:cs typeface="Times New Roman" panose="02020603050405020304" pitchFamily="18" charset="0"/>
              </a:rPr>
              <a:t>Enhanced Security</a:t>
            </a:r>
            <a:r>
              <a:rPr lang="en-US" sz="1800" dirty="0">
                <a:latin typeface="Times New Roman" panose="02020603050405020304" pitchFamily="18" charset="0"/>
                <a:cs typeface="Times New Roman" panose="02020603050405020304" pitchFamily="18" charset="0"/>
              </a:rPr>
              <a:t>: Dual verification (RFID + facial recognition) prevents unauthorized access and fraud.</a:t>
            </a:r>
          </a:p>
          <a:p>
            <a:pPr marL="0" indent="0">
              <a:buNone/>
            </a:pPr>
            <a:r>
              <a:rPr lang="en-US" sz="1800" b="1" dirty="0">
                <a:latin typeface="Times New Roman" panose="02020603050405020304" pitchFamily="18" charset="0"/>
                <a:cs typeface="Times New Roman" panose="02020603050405020304" pitchFamily="18" charset="0"/>
              </a:rPr>
              <a:t>Accuracy</a:t>
            </a:r>
            <a:r>
              <a:rPr lang="en-US" sz="1800" dirty="0">
                <a:latin typeface="Times New Roman" panose="02020603050405020304" pitchFamily="18" charset="0"/>
                <a:cs typeface="Times New Roman" panose="02020603050405020304" pitchFamily="18" charset="0"/>
              </a:rPr>
              <a:t>: Reduces errors in attendance logging, ensuring the right person is identified.</a:t>
            </a:r>
          </a:p>
          <a:p>
            <a:pPr marL="0" indent="0">
              <a:buNone/>
            </a:pPr>
            <a:r>
              <a:rPr lang="en-US" sz="1800" b="1" dirty="0">
                <a:latin typeface="Times New Roman" panose="02020603050405020304" pitchFamily="18" charset="0"/>
                <a:cs typeface="Times New Roman" panose="02020603050405020304" pitchFamily="18" charset="0"/>
              </a:rPr>
              <a:t>Efficiency</a:t>
            </a:r>
            <a:r>
              <a:rPr lang="en-US" sz="1800" dirty="0">
                <a:latin typeface="Times New Roman" panose="02020603050405020304" pitchFamily="18" charset="0"/>
                <a:cs typeface="Times New Roman" panose="02020603050405020304" pitchFamily="18" charset="0"/>
              </a:rPr>
              <a:t>: Fast identification and verification streamline the attendance process.</a:t>
            </a:r>
          </a:p>
          <a:p>
            <a:pPr marL="0" indent="0">
              <a:buNone/>
            </a:pPr>
            <a:r>
              <a:rPr lang="en-US" sz="1800" b="1" dirty="0">
                <a:latin typeface="Times New Roman" panose="02020603050405020304" pitchFamily="18" charset="0"/>
                <a:cs typeface="Times New Roman" panose="02020603050405020304" pitchFamily="18" charset="0"/>
              </a:rPr>
              <a:t>Scalability</a:t>
            </a:r>
            <a:r>
              <a:rPr lang="en-US" sz="1800" dirty="0">
                <a:latin typeface="Times New Roman" panose="02020603050405020304" pitchFamily="18" charset="0"/>
                <a:cs typeface="Times New Roman" panose="02020603050405020304" pitchFamily="18" charset="0"/>
              </a:rPr>
              <a:t>: Suitable for institutions, businesses, and large events, with cloud integration for centralized data management.</a:t>
            </a:r>
          </a:p>
          <a:p>
            <a:pPr marL="0" indent="0">
              <a:buNone/>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Cost-Effective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Reduces administrative overhead and manual effort</a:t>
            </a:r>
          </a:p>
          <a:p>
            <a:pPr marL="0" indent="0">
              <a:buNone/>
            </a:pPr>
            <a:r>
              <a:rPr lang="en-US" altLang="en-US" sz="1800" b="1" dirty="0">
                <a:latin typeface="Times New Roman" panose="02020603050405020304" pitchFamily="18" charset="0"/>
                <a:cs typeface="Times New Roman" panose="02020603050405020304" pitchFamily="18" charset="0"/>
              </a:rPr>
              <a:t>Real-time data</a:t>
            </a:r>
            <a:r>
              <a:rPr lang="en-US" altLang="en-US" sz="1800" dirty="0">
                <a:latin typeface="Times New Roman" panose="02020603050405020304" pitchFamily="18" charset="0"/>
                <a:cs typeface="Times New Roman" panose="02020603050405020304" pitchFamily="18" charset="0"/>
              </a:rPr>
              <a:t>: ensure accurate, immediate record-keeping for analysis and reporting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buNone/>
            </a:pPr>
            <a:endParaRPr lang="en-US" sz="1600" dirty="0"/>
          </a:p>
        </p:txBody>
      </p:sp>
      <p:sp>
        <p:nvSpPr>
          <p:cNvPr id="6" name="Title 5">
            <a:extLst>
              <a:ext uri="{FF2B5EF4-FFF2-40B4-BE49-F238E27FC236}">
                <a16:creationId xmlns:a16="http://schemas.microsoft.com/office/drawing/2014/main" id="{7A1692F0-1225-8701-0098-4C3AE537A1F9}"/>
              </a:ext>
            </a:extLst>
          </p:cNvPr>
          <p:cNvSpPr>
            <a:spLocks noGrp="1"/>
          </p:cNvSpPr>
          <p:nvPr>
            <p:ph type="title"/>
          </p:nvPr>
        </p:nvSpPr>
        <p:spPr>
          <a:xfrm>
            <a:off x="370972" y="120492"/>
            <a:ext cx="10363200" cy="1143000"/>
          </a:xfrm>
        </p:spPr>
        <p:txBody>
          <a:bodyPr>
            <a:normAutofit/>
          </a:bodyPr>
          <a:lstStyle/>
          <a:p>
            <a:pPr algn="ctr" eaLnBrk="1" fontAlgn="auto" hangingPunct="1">
              <a:spcAft>
                <a:spcPts val="0"/>
              </a:spcAft>
              <a:defRPr/>
            </a:pPr>
            <a: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Application &amp; Advantages</a:t>
            </a:r>
            <a:endPar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7" name="Date Placeholder 6">
            <a:extLst>
              <a:ext uri="{FF2B5EF4-FFF2-40B4-BE49-F238E27FC236}">
                <a16:creationId xmlns:a16="http://schemas.microsoft.com/office/drawing/2014/main" id="{127D538C-4760-5921-601F-BCB0AFC7DFB2}"/>
              </a:ext>
            </a:extLst>
          </p:cNvPr>
          <p:cNvSpPr>
            <a:spLocks noGrp="1"/>
          </p:cNvSpPr>
          <p:nvPr>
            <p:ph type="dt" sz="half" idx="10"/>
          </p:nvPr>
        </p:nvSpPr>
        <p:spPr/>
        <p:txBody>
          <a:bodyPr/>
          <a:lstStyle/>
          <a:p>
            <a:pPr>
              <a:defRPr/>
            </a:pPr>
            <a:r>
              <a:rPr lang="en-US"/>
              <a:t>Wednesday, November 26, 2024</a:t>
            </a:r>
          </a:p>
        </p:txBody>
      </p:sp>
      <p:sp>
        <p:nvSpPr>
          <p:cNvPr id="5" name="Footer Placeholder 4">
            <a:extLst>
              <a:ext uri="{FF2B5EF4-FFF2-40B4-BE49-F238E27FC236}">
                <a16:creationId xmlns:a16="http://schemas.microsoft.com/office/drawing/2014/main" id="{55C01ECE-715D-483E-3092-38B093F36B55}"/>
              </a:ext>
            </a:extLst>
          </p:cNvPr>
          <p:cNvSpPr>
            <a:spLocks noGrp="1"/>
          </p:cNvSpPr>
          <p:nvPr>
            <p:ph type="ftr" sz="quarter" idx="11"/>
          </p:nvPr>
        </p:nvSpPr>
        <p:spPr/>
        <p:txBody>
          <a:bodyPr/>
          <a:lstStyle/>
          <a:p>
            <a:pPr>
              <a:defRPr/>
            </a:pPr>
            <a:r>
              <a:rPr lang="en-US"/>
              <a:t>Final Review</a:t>
            </a:r>
          </a:p>
        </p:txBody>
      </p:sp>
      <p:sp>
        <p:nvSpPr>
          <p:cNvPr id="9" name="Content Placeholder 2">
            <a:extLst>
              <a:ext uri="{FF2B5EF4-FFF2-40B4-BE49-F238E27FC236}">
                <a16:creationId xmlns:a16="http://schemas.microsoft.com/office/drawing/2014/main" id="{4D08C9B8-D192-437F-2823-9D68F3787D72}"/>
              </a:ext>
            </a:extLst>
          </p:cNvPr>
          <p:cNvSpPr txBox="1">
            <a:spLocks/>
          </p:cNvSpPr>
          <p:nvPr/>
        </p:nvSpPr>
        <p:spPr>
          <a:xfrm>
            <a:off x="680720" y="1382078"/>
            <a:ext cx="10363200" cy="4572000"/>
          </a:xfrm>
          <a:prstGeom prst="rect">
            <a:avLst/>
          </a:prstGeom>
        </p:spPr>
        <p:txBody>
          <a:bodyPr>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 typeface="Arial" panose="020B0604020202020204" pitchFamily="34" charset="0"/>
              <a:buChar char="•"/>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fontAlgn="auto">
              <a:spcAft>
                <a:spcPts val="0"/>
              </a:spcAft>
              <a:defRPr/>
            </a:pPr>
            <a:endParaRPr lang="en-IN" sz="1800" dirty="0">
              <a:latin typeface="Times New Roman" panose="02020603050405020304" pitchFamily="18" charset="0"/>
              <a:cs typeface="Times New Roman" panose="02020603050405020304" pitchFamily="18" charset="0"/>
            </a:endParaRPr>
          </a:p>
        </p:txBody>
      </p:sp>
      <p:pic>
        <p:nvPicPr>
          <p:cNvPr id="26628" name="Picture 1">
            <a:extLst>
              <a:ext uri="{FF2B5EF4-FFF2-40B4-BE49-F238E27FC236}">
                <a16:creationId xmlns:a16="http://schemas.microsoft.com/office/drawing/2014/main" id="{9E23976F-9333-8BAF-5C46-CF37F80B1D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7">
            <a:extLst>
              <a:ext uri="{FF2B5EF4-FFF2-40B4-BE49-F238E27FC236}">
                <a16:creationId xmlns:a16="http://schemas.microsoft.com/office/drawing/2014/main" id="{C62BF3E7-DE2F-B745-0A37-9DBAE82FA10C}"/>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DF924915-79A4-6958-3B43-62D7E5B55257}"/>
              </a:ext>
              <a:ext uri="{C183D7F6-B498-43B3-948B-1728B52AA6E4}">
                <adec:decorative xmlns:adec="http://schemas.microsoft.com/office/drawing/2017/decorative" val="1"/>
              </a:ext>
            </a:extLst>
          </p:cNvPr>
          <p:cNvPicPr>
            <a:picLocks noGrp="1" noChangeAspect="1"/>
          </p:cNvPicPr>
          <p:nvPr>
            <p:ph sz="quarter" idx="2"/>
          </p:nvPr>
        </p:nvPicPr>
        <p:blipFill>
          <a:blip r:embed="rId2">
            <a:extLst>
              <a:ext uri="{28A0092B-C50C-407E-A947-70E740481C1C}">
                <a14:useLocalDpi xmlns:a14="http://schemas.microsoft.com/office/drawing/2010/main" val="0"/>
              </a:ext>
            </a:extLst>
          </a:blip>
          <a:stretch>
            <a:fillRect/>
          </a:stretch>
        </p:blipFill>
        <p:spPr bwMode="auto">
          <a:xfrm>
            <a:off x="6578600" y="2302916"/>
            <a:ext cx="4998720" cy="2861767"/>
          </a:xfrm>
          <a:prstGeom prst="rect">
            <a:avLst/>
          </a:prstGeom>
          <a:solidFill>
            <a:srgbClr val="FFFFFF"/>
          </a:solidFill>
        </p:spPr>
      </p:pic>
      <p:sp>
        <p:nvSpPr>
          <p:cNvPr id="15" name="Rectangle 7">
            <a:extLst>
              <a:ext uri="{FF2B5EF4-FFF2-40B4-BE49-F238E27FC236}">
                <a16:creationId xmlns:a16="http://schemas.microsoft.com/office/drawing/2014/main" id="{315FC257-9E7C-26EE-A06C-545C4EC00D25}"/>
              </a:ext>
            </a:extLst>
          </p:cNvPr>
          <p:cNvSpPr>
            <a:spLocks noGrp="1" noChangeArrowheads="1"/>
          </p:cNvSpPr>
          <p:nvPr>
            <p:ph sz="quarter" idx="1"/>
          </p:nvPr>
        </p:nvSpPr>
        <p:spPr bwMode="auto">
          <a:xfrm>
            <a:off x="1219200" y="1447800"/>
            <a:ext cx="4998720" cy="4572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marL="0" marR="0" lvl="0" indent="0" defTabSz="914400" rtl="0" eaLnBrk="0" fontAlgn="base" latinLnBrk="0" hangingPunct="0">
              <a:lnSpc>
                <a:spcPct val="90000"/>
              </a:lnSpc>
              <a:spcBef>
                <a:spcPct val="0"/>
              </a:spcBef>
              <a:spcAft>
                <a:spcPts val="600"/>
              </a:spcAft>
              <a:buClrTx/>
              <a:buSzTx/>
              <a:buFontTx/>
              <a:buNone/>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The depicted RFID-based attendance system combines RFID technology with face recognition to deliver a robust and automated attendance solution. RFID readers capture ID card data, while cameras verify facial features for dual-layer authentication. A processor cross-checks inputs against a centralized database, ensuring secure and accurate tracking. The system minimizes human intervention, enhances reliability, and integrates with user-friendly interfaces for efficient attendance management, making it ideal for academic and professional environments.</a:t>
            </a:r>
          </a:p>
        </p:txBody>
      </p:sp>
      <p:sp>
        <p:nvSpPr>
          <p:cNvPr id="3" name="Title 2">
            <a:extLst>
              <a:ext uri="{FF2B5EF4-FFF2-40B4-BE49-F238E27FC236}">
                <a16:creationId xmlns:a16="http://schemas.microsoft.com/office/drawing/2014/main" id="{42A72AB3-FFA0-039F-E7F3-235E6C175ADB}"/>
              </a:ext>
            </a:extLst>
          </p:cNvPr>
          <p:cNvSpPr>
            <a:spLocks noGrp="1"/>
          </p:cNvSpPr>
          <p:nvPr>
            <p:ph type="title"/>
          </p:nvPr>
        </p:nvSpPr>
        <p:spPr>
          <a:xfrm>
            <a:off x="1219200" y="274638"/>
            <a:ext cx="10363200" cy="1143000"/>
          </a:xfrm>
        </p:spPr>
        <p:txBody>
          <a:bodyPr wrap="square" anchor="b">
            <a:normAutofit/>
          </a:bodyPr>
          <a:lstStyle/>
          <a:p>
            <a:pPr eaLnBrk="1" fontAlgn="auto" hangingPunct="1">
              <a:lnSpc>
                <a:spcPct val="90000"/>
              </a:lnSpc>
              <a:spcAft>
                <a:spcPts val="0"/>
              </a:spcAft>
              <a:defRPr/>
            </a:pPr>
            <a:r>
              <a:rPr lang="en-US" sz="3400"/>
              <a:t>System Architecture/Proposed work Block diagram</a:t>
            </a:r>
          </a:p>
        </p:txBody>
      </p:sp>
      <p:sp>
        <p:nvSpPr>
          <p:cNvPr id="8" name="Date Placeholder 7">
            <a:extLst>
              <a:ext uri="{FF2B5EF4-FFF2-40B4-BE49-F238E27FC236}">
                <a16:creationId xmlns:a16="http://schemas.microsoft.com/office/drawing/2014/main" id="{BD5961D0-0254-5488-2A8B-C4A583A0EC36}"/>
              </a:ext>
            </a:extLst>
          </p:cNvPr>
          <p:cNvSpPr>
            <a:spLocks noGrp="1"/>
          </p:cNvSpPr>
          <p:nvPr>
            <p:ph type="dt" sz="half" idx="10"/>
          </p:nvPr>
        </p:nvSpPr>
        <p:spPr>
          <a:xfrm>
            <a:off x="8229600" y="6191250"/>
            <a:ext cx="3302000" cy="476250"/>
          </a:xfrm>
        </p:spPr>
        <p:txBody>
          <a:bodyPr anchor="ctr">
            <a:normAutofit/>
          </a:bodyPr>
          <a:lstStyle/>
          <a:p>
            <a:pPr>
              <a:spcAft>
                <a:spcPts val="600"/>
              </a:spcAft>
              <a:defRPr/>
            </a:pPr>
            <a:r>
              <a:rPr lang="en-US"/>
              <a:t>Wednesday, November 26, 2024</a:t>
            </a:r>
          </a:p>
        </p:txBody>
      </p:sp>
      <p:sp>
        <p:nvSpPr>
          <p:cNvPr id="7" name="Footer Placeholder 6">
            <a:extLst>
              <a:ext uri="{FF2B5EF4-FFF2-40B4-BE49-F238E27FC236}">
                <a16:creationId xmlns:a16="http://schemas.microsoft.com/office/drawing/2014/main" id="{583D9D1D-2BCE-12B2-583B-51E8265CC988}"/>
              </a:ext>
            </a:extLst>
          </p:cNvPr>
          <p:cNvSpPr>
            <a:spLocks noGrp="1"/>
          </p:cNvSpPr>
          <p:nvPr>
            <p:ph type="ftr" sz="quarter" idx="11"/>
          </p:nvPr>
        </p:nvSpPr>
        <p:spPr>
          <a:xfrm>
            <a:off x="1219200" y="6172200"/>
            <a:ext cx="5283200" cy="457200"/>
          </a:xfrm>
        </p:spPr>
        <p:txBody>
          <a:bodyPr anchor="ctr">
            <a:normAutofit/>
          </a:bodyPr>
          <a:lstStyle/>
          <a:p>
            <a:pPr>
              <a:spcAft>
                <a:spcPts val="600"/>
              </a:spcAft>
              <a:defRPr/>
            </a:pPr>
            <a:r>
              <a:rPr lang="en-US"/>
              <a:t>Final Review</a:t>
            </a: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1">
            <a:extLst>
              <a:ext uri="{FF2B5EF4-FFF2-40B4-BE49-F238E27FC236}">
                <a16:creationId xmlns:a16="http://schemas.microsoft.com/office/drawing/2014/main" id="{8AAA88E3-4B74-B3EF-E453-B97AFBB985AE}"/>
              </a:ext>
            </a:extLst>
          </p:cNvPr>
          <p:cNvSpPr>
            <a:spLocks noGrp="1" noChangeArrowheads="1"/>
          </p:cNvSpPr>
          <p:nvPr>
            <p:ph sz="quarter" idx="1"/>
          </p:nvPr>
        </p:nvSpPr>
        <p:spPr>
          <a:xfrm>
            <a:off x="183502" y="1080018"/>
            <a:ext cx="10363200" cy="5587482"/>
          </a:xfrm>
        </p:spPr>
        <p:txBody>
          <a:bodyPr/>
          <a:lstStyle/>
          <a:p>
            <a:r>
              <a:rPr lang="en-US" altLang="en-US" sz="1600" dirty="0">
                <a:latin typeface="Times New Roman" panose="02020603050405020304" pitchFamily="18" charset="0"/>
                <a:cs typeface="Times New Roman" panose="02020603050405020304" pitchFamily="18" charset="0"/>
              </a:rPr>
              <a:t>#include &lt;</a:t>
            </a:r>
            <a:r>
              <a:rPr lang="en-US" altLang="en-US" sz="1600" dirty="0" err="1">
                <a:latin typeface="Times New Roman" panose="02020603050405020304" pitchFamily="18" charset="0"/>
                <a:cs typeface="Times New Roman" panose="02020603050405020304" pitchFamily="18" charset="0"/>
              </a:rPr>
              <a:t>SPI.h</a:t>
            </a:r>
            <a:r>
              <a:rPr lang="en-US" altLang="en-US" sz="1600" dirty="0">
                <a:latin typeface="Times New Roman" panose="02020603050405020304" pitchFamily="18" charset="0"/>
                <a:cs typeface="Times New Roman" panose="02020603050405020304" pitchFamily="18" charset="0"/>
              </a:rPr>
              <a:t>&gt; </a:t>
            </a:r>
          </a:p>
          <a:p>
            <a:r>
              <a:rPr lang="en-US" altLang="en-US" sz="1600" dirty="0">
                <a:latin typeface="Times New Roman" panose="02020603050405020304" pitchFamily="18" charset="0"/>
                <a:cs typeface="Times New Roman" panose="02020603050405020304" pitchFamily="18" charset="0"/>
              </a:rPr>
              <a:t>#include &lt;MFRC522.h&gt; </a:t>
            </a:r>
          </a:p>
          <a:p>
            <a:r>
              <a:rPr lang="en-US" altLang="en-US" sz="1600" dirty="0">
                <a:latin typeface="Times New Roman" panose="02020603050405020304" pitchFamily="18" charset="0"/>
                <a:cs typeface="Times New Roman" panose="02020603050405020304" pitchFamily="18" charset="0"/>
              </a:rPr>
              <a:t>#include &lt;</a:t>
            </a:r>
            <a:r>
              <a:rPr lang="en-US" altLang="en-US" sz="1600" dirty="0" err="1">
                <a:latin typeface="Times New Roman" panose="02020603050405020304" pitchFamily="18" charset="0"/>
                <a:cs typeface="Times New Roman" panose="02020603050405020304" pitchFamily="18" charset="0"/>
              </a:rPr>
              <a:t>WiFi.h</a:t>
            </a:r>
            <a:r>
              <a:rPr lang="en-US" altLang="en-US" sz="1600" dirty="0">
                <a:latin typeface="Times New Roman" panose="02020603050405020304" pitchFamily="18" charset="0"/>
                <a:cs typeface="Times New Roman" panose="02020603050405020304" pitchFamily="18" charset="0"/>
              </a:rPr>
              <a:t>&gt; </a:t>
            </a:r>
          </a:p>
          <a:p>
            <a:r>
              <a:rPr lang="en-US" altLang="en-US" sz="1600" dirty="0">
                <a:latin typeface="Times New Roman" panose="02020603050405020304" pitchFamily="18" charset="0"/>
                <a:cs typeface="Times New Roman" panose="02020603050405020304" pitchFamily="18" charset="0"/>
              </a:rPr>
              <a:t>// RFID setup </a:t>
            </a:r>
          </a:p>
          <a:p>
            <a:r>
              <a:rPr lang="en-US" altLang="en-US" sz="1600" dirty="0">
                <a:latin typeface="Times New Roman" panose="02020603050405020304" pitchFamily="18" charset="0"/>
                <a:cs typeface="Times New Roman" panose="02020603050405020304" pitchFamily="18" charset="0"/>
              </a:rPr>
              <a:t>#define SS_PIN 10 </a:t>
            </a:r>
          </a:p>
          <a:p>
            <a:r>
              <a:rPr lang="en-US" altLang="en-US" sz="1600" dirty="0">
                <a:latin typeface="Times New Roman" panose="02020603050405020304" pitchFamily="18" charset="0"/>
                <a:cs typeface="Times New Roman" panose="02020603050405020304" pitchFamily="18" charset="0"/>
              </a:rPr>
              <a:t>#define RST_PIN 9 </a:t>
            </a:r>
          </a:p>
          <a:p>
            <a:r>
              <a:rPr lang="en-US" altLang="en-US" sz="1600" dirty="0">
                <a:latin typeface="Times New Roman" panose="02020603050405020304" pitchFamily="18" charset="0"/>
                <a:cs typeface="Times New Roman" panose="02020603050405020304" pitchFamily="18" charset="0"/>
              </a:rPr>
              <a:t>MFRC522 </a:t>
            </a:r>
            <a:r>
              <a:rPr lang="en-US" altLang="en-US" sz="1600" dirty="0" err="1">
                <a:latin typeface="Times New Roman" panose="02020603050405020304" pitchFamily="18" charset="0"/>
                <a:cs typeface="Times New Roman" panose="02020603050405020304" pitchFamily="18" charset="0"/>
              </a:rPr>
              <a:t>rfid</a:t>
            </a:r>
            <a:r>
              <a:rPr lang="en-US" altLang="en-US" sz="1600" dirty="0">
                <a:latin typeface="Times New Roman" panose="02020603050405020304" pitchFamily="18" charset="0"/>
                <a:cs typeface="Times New Roman" panose="02020603050405020304" pitchFamily="18" charset="0"/>
              </a:rPr>
              <a:t>(SS_PIN, RST_PIN); </a:t>
            </a:r>
          </a:p>
          <a:p>
            <a:r>
              <a:rPr lang="en-US" altLang="en-US" sz="1600" dirty="0">
                <a:latin typeface="Times New Roman" panose="02020603050405020304" pitchFamily="18" charset="0"/>
                <a:cs typeface="Times New Roman" panose="02020603050405020304" pitchFamily="18" charset="0"/>
              </a:rPr>
              <a:t>// LED and Buzzer setup </a:t>
            </a:r>
          </a:p>
          <a:p>
            <a:r>
              <a:rPr lang="en-US" altLang="en-US" sz="1600" dirty="0">
                <a:latin typeface="Times New Roman" panose="02020603050405020304" pitchFamily="18" charset="0"/>
                <a:cs typeface="Times New Roman" panose="02020603050405020304" pitchFamily="18" charset="0"/>
              </a:rPr>
              <a:t>const int </a:t>
            </a:r>
            <a:r>
              <a:rPr lang="en-US" altLang="en-US" sz="1600" dirty="0" err="1">
                <a:latin typeface="Times New Roman" panose="02020603050405020304" pitchFamily="18" charset="0"/>
                <a:cs typeface="Times New Roman" panose="02020603050405020304" pitchFamily="18" charset="0"/>
              </a:rPr>
              <a:t>greenLED</a:t>
            </a:r>
            <a:r>
              <a:rPr lang="en-US" altLang="en-US" sz="1600" dirty="0">
                <a:latin typeface="Times New Roman" panose="02020603050405020304" pitchFamily="18" charset="0"/>
                <a:cs typeface="Times New Roman" panose="02020603050405020304" pitchFamily="18" charset="0"/>
              </a:rPr>
              <a:t> = 7; </a:t>
            </a:r>
          </a:p>
          <a:p>
            <a:r>
              <a:rPr lang="en-US" altLang="en-US" sz="1600" dirty="0">
                <a:latin typeface="Times New Roman" panose="02020603050405020304" pitchFamily="18" charset="0"/>
                <a:cs typeface="Times New Roman" panose="02020603050405020304" pitchFamily="18" charset="0"/>
              </a:rPr>
              <a:t>const int </a:t>
            </a:r>
            <a:r>
              <a:rPr lang="en-US" altLang="en-US" sz="1600" dirty="0" err="1">
                <a:latin typeface="Times New Roman" panose="02020603050405020304" pitchFamily="18" charset="0"/>
                <a:cs typeface="Times New Roman" panose="02020603050405020304" pitchFamily="18" charset="0"/>
              </a:rPr>
              <a:t>redLED</a:t>
            </a:r>
            <a:r>
              <a:rPr lang="en-US" altLang="en-US" sz="1600" dirty="0">
                <a:latin typeface="Times New Roman" panose="02020603050405020304" pitchFamily="18" charset="0"/>
                <a:cs typeface="Times New Roman" panose="02020603050405020304" pitchFamily="18" charset="0"/>
              </a:rPr>
              <a:t> = 6; </a:t>
            </a:r>
          </a:p>
          <a:p>
            <a:r>
              <a:rPr lang="en-US" altLang="en-US" sz="1600" dirty="0">
                <a:latin typeface="Times New Roman" panose="02020603050405020304" pitchFamily="18" charset="0"/>
                <a:cs typeface="Times New Roman" panose="02020603050405020304" pitchFamily="18" charset="0"/>
              </a:rPr>
              <a:t>const int buzzer = 5; </a:t>
            </a:r>
          </a:p>
          <a:p>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WiFi</a:t>
            </a:r>
            <a:r>
              <a:rPr lang="en-US" altLang="en-US" sz="1600" dirty="0">
                <a:latin typeface="Times New Roman" panose="02020603050405020304" pitchFamily="18" charset="0"/>
                <a:cs typeface="Times New Roman" panose="02020603050405020304" pitchFamily="18" charset="0"/>
              </a:rPr>
              <a:t> credentials </a:t>
            </a:r>
          </a:p>
          <a:p>
            <a:r>
              <a:rPr lang="en-US" altLang="en-US" sz="1600" dirty="0">
                <a:latin typeface="Times New Roman" panose="02020603050405020304" pitchFamily="18" charset="0"/>
                <a:cs typeface="Times New Roman" panose="02020603050405020304" pitchFamily="18" charset="0"/>
              </a:rPr>
              <a:t>const char* </a:t>
            </a:r>
            <a:r>
              <a:rPr lang="en-US" altLang="en-US" sz="1600" dirty="0" err="1">
                <a:latin typeface="Times New Roman" panose="02020603050405020304" pitchFamily="18" charset="0"/>
                <a:cs typeface="Times New Roman" panose="02020603050405020304" pitchFamily="18" charset="0"/>
              </a:rPr>
              <a:t>ssid</a:t>
            </a:r>
            <a:r>
              <a:rPr lang="en-US" altLang="en-US" sz="1600" dirty="0">
                <a:latin typeface="Times New Roman" panose="02020603050405020304" pitchFamily="18" charset="0"/>
                <a:cs typeface="Times New Roman" panose="02020603050405020304" pitchFamily="18" charset="0"/>
              </a:rPr>
              <a:t> = "</a:t>
            </a:r>
            <a:r>
              <a:rPr lang="en-US" altLang="en-US" sz="1600" dirty="0" err="1">
                <a:latin typeface="Times New Roman" panose="02020603050405020304" pitchFamily="18" charset="0"/>
                <a:cs typeface="Times New Roman" panose="02020603050405020304" pitchFamily="18" charset="0"/>
              </a:rPr>
              <a:t>your_SSID</a:t>
            </a:r>
            <a:r>
              <a:rPr lang="en-US" altLang="en-US" sz="1600" dirty="0">
                <a:latin typeface="Times New Roman" panose="02020603050405020304" pitchFamily="18" charset="0"/>
                <a:cs typeface="Times New Roman" panose="02020603050405020304" pitchFamily="18" charset="0"/>
              </a:rPr>
              <a:t>"; </a:t>
            </a:r>
          </a:p>
          <a:p>
            <a:r>
              <a:rPr lang="en-US" altLang="en-US" sz="1600" dirty="0">
                <a:latin typeface="Times New Roman" panose="02020603050405020304" pitchFamily="18" charset="0"/>
                <a:cs typeface="Times New Roman" panose="02020603050405020304" pitchFamily="18" charset="0"/>
              </a:rPr>
              <a:t>const char* password = "</a:t>
            </a:r>
            <a:r>
              <a:rPr lang="en-US" altLang="en-US" sz="1600" dirty="0" err="1">
                <a:latin typeface="Times New Roman" panose="02020603050405020304" pitchFamily="18" charset="0"/>
                <a:cs typeface="Times New Roman" panose="02020603050405020304" pitchFamily="18" charset="0"/>
              </a:rPr>
              <a:t>your_PASSWORD</a:t>
            </a:r>
            <a:r>
              <a:rPr lang="en-US" altLang="en-US" sz="1600" dirty="0">
                <a:latin typeface="Times New Roman" panose="02020603050405020304" pitchFamily="18" charset="0"/>
                <a:cs typeface="Times New Roman" panose="02020603050405020304" pitchFamily="18" charset="0"/>
              </a:rPr>
              <a:t>"; </a:t>
            </a:r>
          </a:p>
          <a:p>
            <a:r>
              <a:rPr lang="en-US" altLang="en-US" sz="1600" dirty="0">
                <a:latin typeface="Times New Roman" panose="02020603050405020304" pitchFamily="18" charset="0"/>
                <a:cs typeface="Times New Roman" panose="02020603050405020304" pitchFamily="18" charset="0"/>
              </a:rPr>
              <a:t>// Function to simulate face recognition </a:t>
            </a:r>
          </a:p>
          <a:p>
            <a:r>
              <a:rPr lang="en-US" altLang="en-US" sz="1600" dirty="0">
                <a:latin typeface="Times New Roman" panose="02020603050405020304" pitchFamily="18" charset="0"/>
                <a:cs typeface="Times New Roman" panose="02020603050405020304" pitchFamily="18" charset="0"/>
              </a:rPr>
              <a:t>bool </a:t>
            </a:r>
            <a:r>
              <a:rPr lang="en-US" altLang="en-US" sz="1600" dirty="0" err="1">
                <a:latin typeface="Times New Roman" panose="02020603050405020304" pitchFamily="18" charset="0"/>
                <a:cs typeface="Times New Roman" panose="02020603050405020304" pitchFamily="18" charset="0"/>
              </a:rPr>
              <a:t>simulateFaceRecognition</a:t>
            </a:r>
            <a:r>
              <a:rPr lang="en-US" altLang="en-US" sz="1600" dirty="0">
                <a:latin typeface="Times New Roman" panose="02020603050405020304" pitchFamily="18" charset="0"/>
                <a:cs typeface="Times New Roman" panose="02020603050405020304" pitchFamily="18" charset="0"/>
              </a:rPr>
              <a:t>() { </a:t>
            </a:r>
          </a:p>
          <a:p>
            <a:r>
              <a:rPr lang="en-US" altLang="en-US" sz="1600" dirty="0">
                <a:latin typeface="Times New Roman" panose="02020603050405020304" pitchFamily="18" charset="0"/>
                <a:cs typeface="Times New Roman" panose="02020603050405020304" pitchFamily="18" charset="0"/>
              </a:rPr>
              <a:t> return random(0, 2); // Randomly simulate face recognition (0 or 1) </a:t>
            </a:r>
          </a:p>
          <a:p>
            <a:r>
              <a:rPr lang="en-US" altLang="en-US" sz="1600" dirty="0">
                <a:latin typeface="Times New Roman" panose="02020603050405020304" pitchFamily="18" charset="0"/>
                <a:cs typeface="Times New Roman" panose="02020603050405020304" pitchFamily="18" charset="0"/>
              </a:rPr>
              <a:t>} </a:t>
            </a:r>
          </a:p>
        </p:txBody>
      </p:sp>
      <p:sp>
        <p:nvSpPr>
          <p:cNvPr id="3" name="Title 2">
            <a:extLst>
              <a:ext uri="{FF2B5EF4-FFF2-40B4-BE49-F238E27FC236}">
                <a16:creationId xmlns:a16="http://schemas.microsoft.com/office/drawing/2014/main" id="{0BFE0D20-9673-F999-63C9-A47F21128214}"/>
              </a:ext>
            </a:extLst>
          </p:cNvPr>
          <p:cNvSpPr>
            <a:spLocks noGrp="1"/>
          </p:cNvSpPr>
          <p:nvPr>
            <p:ph type="title"/>
          </p:nvPr>
        </p:nvSpPr>
        <p:spPr>
          <a:xfrm>
            <a:off x="183502" y="-14773"/>
            <a:ext cx="10363200" cy="1143000"/>
          </a:xfrm>
        </p:spPr>
        <p:txBody>
          <a:bodyPr/>
          <a:lstStyle/>
          <a:p>
            <a:pPr>
              <a:defRPr/>
            </a:pPr>
            <a: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Implementation(Sample code)</a:t>
            </a:r>
            <a:endParaRPr lang="en-US" dirty="0"/>
          </a:p>
        </p:txBody>
      </p:sp>
      <p:sp>
        <p:nvSpPr>
          <p:cNvPr id="8" name="Date Placeholder 7">
            <a:extLst>
              <a:ext uri="{FF2B5EF4-FFF2-40B4-BE49-F238E27FC236}">
                <a16:creationId xmlns:a16="http://schemas.microsoft.com/office/drawing/2014/main" id="{D2E4EB12-BF59-2389-E622-0E571285E50C}"/>
              </a:ext>
            </a:extLst>
          </p:cNvPr>
          <p:cNvSpPr>
            <a:spLocks noGrp="1"/>
          </p:cNvSpPr>
          <p:nvPr>
            <p:ph type="dt" sz="quarter" idx="10"/>
          </p:nvPr>
        </p:nvSpPr>
        <p:spPr/>
        <p:txBody>
          <a:bodyPr/>
          <a:lstStyle/>
          <a:p>
            <a:pPr>
              <a:defRPr/>
            </a:pPr>
            <a:r>
              <a:rPr lang="en-US"/>
              <a:t>Wednesday, November 26, 2024</a:t>
            </a: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73A44F-5682-AC48-840C-EB7A0DF59455}"/>
              </a:ext>
            </a:extLst>
          </p:cNvPr>
          <p:cNvSpPr>
            <a:spLocks noGrp="1"/>
          </p:cNvSpPr>
          <p:nvPr>
            <p:ph sz="quarter" idx="1"/>
          </p:nvPr>
        </p:nvSpPr>
        <p:spPr>
          <a:xfrm>
            <a:off x="332792" y="111579"/>
            <a:ext cx="10363200" cy="6555921"/>
          </a:xfrm>
        </p:spPr>
        <p:txBody>
          <a:bodyPr/>
          <a:lstStyle/>
          <a:p>
            <a:r>
              <a:rPr lang="en-US" altLang="en-US" sz="1600" dirty="0">
                <a:latin typeface="Times New Roman" panose="02020603050405020304" pitchFamily="18" charset="0"/>
                <a:cs typeface="Times New Roman" panose="02020603050405020304" pitchFamily="18" charset="0"/>
              </a:rPr>
              <a:t>void setup() { </a:t>
            </a:r>
          </a:p>
          <a:p>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Serial.begin</a:t>
            </a:r>
            <a:r>
              <a:rPr lang="en-US" altLang="en-US" sz="1600" dirty="0">
                <a:latin typeface="Times New Roman" panose="02020603050405020304" pitchFamily="18" charset="0"/>
                <a:cs typeface="Times New Roman" panose="02020603050405020304" pitchFamily="18" charset="0"/>
              </a:rPr>
              <a:t>(9600); </a:t>
            </a:r>
          </a:p>
          <a:p>
            <a:r>
              <a:rPr lang="en-US" altLang="en-US" sz="1600" dirty="0">
                <a:latin typeface="Times New Roman" panose="02020603050405020304" pitchFamily="18" charset="0"/>
                <a:cs typeface="Times New Roman" panose="02020603050405020304" pitchFamily="18" charset="0"/>
              </a:rPr>
              <a:t> // Initialize SPI and RFID </a:t>
            </a:r>
          </a:p>
          <a:p>
            <a:r>
              <a:rPr lang="en-US" altLang="en-US" sz="1600" dirty="0">
                <a:latin typeface="Times New Roman" panose="02020603050405020304" pitchFamily="18" charset="0"/>
                <a:cs typeface="Times New Roman" panose="02020603050405020304" pitchFamily="18" charset="0"/>
              </a:rPr>
              <a:t> </a:t>
            </a:r>
            <a:r>
              <a:rPr lang="en-US" altLang="en-US" sz="1600" dirty="0" err="1">
                <a:latin typeface="Times New Roman" panose="02020603050405020304" pitchFamily="18" charset="0"/>
                <a:cs typeface="Times New Roman" panose="02020603050405020304" pitchFamily="18" charset="0"/>
              </a:rPr>
              <a:t>SPI.begin</a:t>
            </a:r>
            <a:r>
              <a:rPr lang="en-US" altLang="en-US" sz="1600" dirty="0">
                <a:latin typeface="Times New Roman" panose="02020603050405020304" pitchFamily="18" charset="0"/>
                <a:cs typeface="Times New Roman" panose="02020603050405020304" pitchFamily="18" charset="0"/>
              </a:rPr>
              <a:t>();</a:t>
            </a:r>
          </a:p>
          <a:p>
            <a:r>
              <a:rPr lang="en-IN" sz="1600" dirty="0" err="1">
                <a:latin typeface="Times New Roman" panose="02020603050405020304" pitchFamily="18" charset="0"/>
                <a:cs typeface="Times New Roman" panose="02020603050405020304" pitchFamily="18" charset="0"/>
              </a:rPr>
              <a:t>rfid.PCD_Init</a:t>
            </a:r>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 // Set pin modes </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pinMode</a:t>
            </a: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greenLED</a:t>
            </a:r>
            <a:r>
              <a:rPr lang="en-IN" sz="1600" dirty="0">
                <a:latin typeface="Times New Roman" panose="02020603050405020304" pitchFamily="18" charset="0"/>
                <a:cs typeface="Times New Roman" panose="02020603050405020304" pitchFamily="18" charset="0"/>
              </a:rPr>
              <a:t>, OUTPUT); </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pinMode</a:t>
            </a: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redLED</a:t>
            </a:r>
            <a:r>
              <a:rPr lang="en-IN" sz="1600" dirty="0">
                <a:latin typeface="Times New Roman" panose="02020603050405020304" pitchFamily="18" charset="0"/>
                <a:cs typeface="Times New Roman" panose="02020603050405020304" pitchFamily="18" charset="0"/>
              </a:rPr>
              <a:t>, OUTPUT); </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pinMode</a:t>
            </a:r>
            <a:r>
              <a:rPr lang="en-IN" sz="1600" dirty="0">
                <a:latin typeface="Times New Roman" panose="02020603050405020304" pitchFamily="18" charset="0"/>
                <a:cs typeface="Times New Roman" panose="02020603050405020304" pitchFamily="18" charset="0"/>
              </a:rPr>
              <a:t>(buzzer, OUTPUT); </a:t>
            </a:r>
          </a:p>
          <a:p>
            <a:r>
              <a:rPr lang="en-IN" sz="1600" dirty="0">
                <a:latin typeface="Times New Roman" panose="02020603050405020304" pitchFamily="18" charset="0"/>
                <a:cs typeface="Times New Roman" panose="02020603050405020304" pitchFamily="18" charset="0"/>
              </a:rPr>
              <a:t> // Connect to </a:t>
            </a:r>
            <a:r>
              <a:rPr lang="en-IN" sz="1600" dirty="0" err="1">
                <a:latin typeface="Times New Roman" panose="02020603050405020304" pitchFamily="18" charset="0"/>
                <a:cs typeface="Times New Roman" panose="02020603050405020304" pitchFamily="18" charset="0"/>
              </a:rPr>
              <a:t>WiFi</a:t>
            </a:r>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WiFi.begin</a:t>
            </a: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ssid</a:t>
            </a:r>
            <a:r>
              <a:rPr lang="en-IN" sz="1600" dirty="0">
                <a:latin typeface="Times New Roman" panose="02020603050405020304" pitchFamily="18" charset="0"/>
                <a:cs typeface="Times New Roman" panose="02020603050405020304" pitchFamily="18" charset="0"/>
              </a:rPr>
              <a:t>, password); </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Serial.println</a:t>
            </a:r>
            <a:r>
              <a:rPr lang="en-IN" sz="1600" dirty="0">
                <a:latin typeface="Times New Roman" panose="02020603050405020304" pitchFamily="18" charset="0"/>
                <a:cs typeface="Times New Roman" panose="02020603050405020304" pitchFamily="18" charset="0"/>
              </a:rPr>
              <a:t>("Connecting to </a:t>
            </a:r>
            <a:r>
              <a:rPr lang="en-IN" sz="1600" dirty="0" err="1">
                <a:latin typeface="Times New Roman" panose="02020603050405020304" pitchFamily="18" charset="0"/>
                <a:cs typeface="Times New Roman" panose="02020603050405020304" pitchFamily="18" charset="0"/>
              </a:rPr>
              <a:t>WiFi</a:t>
            </a:r>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 while (</a:t>
            </a:r>
            <a:r>
              <a:rPr lang="en-IN" sz="1600" dirty="0" err="1">
                <a:latin typeface="Times New Roman" panose="02020603050405020304" pitchFamily="18" charset="0"/>
                <a:cs typeface="Times New Roman" panose="02020603050405020304" pitchFamily="18" charset="0"/>
              </a:rPr>
              <a:t>WiFi.status</a:t>
            </a:r>
            <a:r>
              <a:rPr lang="en-IN" sz="1600" dirty="0">
                <a:latin typeface="Times New Roman" panose="02020603050405020304" pitchFamily="18" charset="0"/>
                <a:cs typeface="Times New Roman" panose="02020603050405020304" pitchFamily="18" charset="0"/>
              </a:rPr>
              <a:t>() != WL_CONNECTED) { </a:t>
            </a:r>
          </a:p>
          <a:p>
            <a:r>
              <a:rPr lang="en-IN" sz="1600" dirty="0">
                <a:latin typeface="Times New Roman" panose="02020603050405020304" pitchFamily="18" charset="0"/>
                <a:cs typeface="Times New Roman" panose="02020603050405020304" pitchFamily="18" charset="0"/>
              </a:rPr>
              <a:t> delay(1000); </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Serial.print</a:t>
            </a:r>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 } </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Serial.println</a:t>
            </a: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nConnected</a:t>
            </a:r>
            <a:r>
              <a:rPr lang="en-IN" sz="1600" dirty="0">
                <a:latin typeface="Times New Roman" panose="02020603050405020304" pitchFamily="18" charset="0"/>
                <a:cs typeface="Times New Roman" panose="02020603050405020304" pitchFamily="18" charset="0"/>
              </a:rPr>
              <a:t> to </a:t>
            </a:r>
            <a:r>
              <a:rPr lang="en-IN" sz="1600" dirty="0" err="1">
                <a:latin typeface="Times New Roman" panose="02020603050405020304" pitchFamily="18" charset="0"/>
                <a:cs typeface="Times New Roman" panose="02020603050405020304" pitchFamily="18" charset="0"/>
              </a:rPr>
              <a:t>WiFi</a:t>
            </a:r>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void loop() { </a:t>
            </a:r>
          </a:p>
          <a:p>
            <a:r>
              <a:rPr lang="en-IN" sz="1600" dirty="0">
                <a:latin typeface="Times New Roman" panose="02020603050405020304" pitchFamily="18" charset="0"/>
                <a:cs typeface="Times New Roman" panose="02020603050405020304" pitchFamily="18" charset="0"/>
              </a:rPr>
              <a:t> // Check if a new RFID card is present </a:t>
            </a:r>
          </a:p>
          <a:p>
            <a:r>
              <a:rPr lang="en-IN" sz="1600" dirty="0">
                <a:latin typeface="Times New Roman" panose="02020603050405020304" pitchFamily="18" charset="0"/>
                <a:cs typeface="Times New Roman" panose="02020603050405020304" pitchFamily="18" charset="0"/>
              </a:rPr>
              <a:t> if (</a:t>
            </a:r>
            <a:r>
              <a:rPr lang="en-IN" sz="1600" dirty="0" err="1">
                <a:latin typeface="Times New Roman" panose="02020603050405020304" pitchFamily="18" charset="0"/>
                <a:cs typeface="Times New Roman" panose="02020603050405020304" pitchFamily="18" charset="0"/>
              </a:rPr>
              <a:t>rfid.PICC_IsNewCardPresent</a:t>
            </a:r>
            <a:r>
              <a:rPr lang="en-IN" sz="1600" dirty="0">
                <a:latin typeface="Times New Roman" panose="02020603050405020304" pitchFamily="18" charset="0"/>
                <a:cs typeface="Times New Roman" panose="02020603050405020304" pitchFamily="18" charset="0"/>
              </a:rPr>
              <a:t>() &amp;&amp; </a:t>
            </a:r>
            <a:r>
              <a:rPr lang="en-IN" sz="1600" dirty="0" err="1">
                <a:latin typeface="Times New Roman" panose="02020603050405020304" pitchFamily="18" charset="0"/>
                <a:cs typeface="Times New Roman" panose="02020603050405020304" pitchFamily="18" charset="0"/>
              </a:rPr>
              <a:t>rfid.PICC_ReadCardSerial</a:t>
            </a:r>
            <a:r>
              <a:rPr lang="en-IN" sz="1600" dirty="0">
                <a:latin typeface="Times New Roman" panose="02020603050405020304" pitchFamily="18" charset="0"/>
                <a:cs typeface="Times New Roman" panose="02020603050405020304" pitchFamily="18" charset="0"/>
              </a:rPr>
              <a:t>()) { </a:t>
            </a:r>
          </a:p>
        </p:txBody>
      </p:sp>
      <p:sp>
        <p:nvSpPr>
          <p:cNvPr id="4" name="Date Placeholder 3">
            <a:extLst>
              <a:ext uri="{FF2B5EF4-FFF2-40B4-BE49-F238E27FC236}">
                <a16:creationId xmlns:a16="http://schemas.microsoft.com/office/drawing/2014/main" id="{4C17D3C0-7AF5-3A07-3596-A6EA4F0AE625}"/>
              </a:ext>
            </a:extLst>
          </p:cNvPr>
          <p:cNvSpPr>
            <a:spLocks noGrp="1"/>
          </p:cNvSpPr>
          <p:nvPr>
            <p:ph type="dt" sz="half" idx="10"/>
          </p:nvPr>
        </p:nvSpPr>
        <p:spPr/>
        <p:txBody>
          <a:bodyPr/>
          <a:lstStyle/>
          <a:p>
            <a:pPr>
              <a:defRPr/>
            </a:pPr>
            <a:r>
              <a:rPr lang="en-US"/>
              <a:t>Wednesday, November 26, 2024</a:t>
            </a:r>
          </a:p>
        </p:txBody>
      </p:sp>
    </p:spTree>
    <p:extLst>
      <p:ext uri="{BB962C8B-B14F-4D97-AF65-F5344CB8AC3E}">
        <p14:creationId xmlns:p14="http://schemas.microsoft.com/office/powerpoint/2010/main" val="3579262715"/>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0CEF66-C1F9-3392-857A-6CEDE9907D67}"/>
              </a:ext>
            </a:extLst>
          </p:cNvPr>
          <p:cNvSpPr>
            <a:spLocks noGrp="1"/>
          </p:cNvSpPr>
          <p:nvPr>
            <p:ph sz="quarter" idx="1"/>
          </p:nvPr>
        </p:nvSpPr>
        <p:spPr>
          <a:xfrm>
            <a:off x="248816" y="93305"/>
            <a:ext cx="10363200" cy="6662057"/>
          </a:xfrm>
        </p:spPr>
        <p:txBody>
          <a:bodyPr/>
          <a:lstStyle/>
          <a:p>
            <a:r>
              <a:rPr lang="en-IN" sz="1600" dirty="0">
                <a:latin typeface="Times New Roman" panose="02020603050405020304" pitchFamily="18" charset="0"/>
                <a:cs typeface="Times New Roman" panose="02020603050405020304" pitchFamily="18" charset="0"/>
              </a:rPr>
              <a:t>String </a:t>
            </a:r>
            <a:r>
              <a:rPr lang="en-IN" sz="1600" dirty="0" err="1">
                <a:latin typeface="Times New Roman" panose="02020603050405020304" pitchFamily="18" charset="0"/>
                <a:cs typeface="Times New Roman" panose="02020603050405020304" pitchFamily="18" charset="0"/>
              </a:rPr>
              <a:t>uid</a:t>
            </a:r>
            <a:r>
              <a:rPr lang="en-IN" sz="1600" dirty="0">
                <a:latin typeface="Times New Roman" panose="02020603050405020304" pitchFamily="18" charset="0"/>
                <a:cs typeface="Times New Roman" panose="02020603050405020304" pitchFamily="18" charset="0"/>
              </a:rPr>
              <a:t> = ""; </a:t>
            </a:r>
          </a:p>
          <a:p>
            <a:r>
              <a:rPr lang="en-IN" sz="1600" dirty="0">
                <a:latin typeface="Times New Roman" panose="02020603050405020304" pitchFamily="18" charset="0"/>
                <a:cs typeface="Times New Roman" panose="02020603050405020304" pitchFamily="18" charset="0"/>
              </a:rPr>
              <a:t> for (byte </a:t>
            </a:r>
            <a:r>
              <a:rPr lang="en-IN" sz="1600" dirty="0" err="1">
                <a:latin typeface="Times New Roman" panose="02020603050405020304" pitchFamily="18" charset="0"/>
                <a:cs typeface="Times New Roman" panose="02020603050405020304" pitchFamily="18" charset="0"/>
              </a:rPr>
              <a:t>i</a:t>
            </a:r>
            <a:r>
              <a:rPr lang="en-IN" sz="1600" dirty="0">
                <a:latin typeface="Times New Roman" panose="02020603050405020304" pitchFamily="18" charset="0"/>
                <a:cs typeface="Times New Roman" panose="02020603050405020304" pitchFamily="18" charset="0"/>
              </a:rPr>
              <a:t> = 0; </a:t>
            </a:r>
            <a:r>
              <a:rPr lang="en-IN" sz="1600" dirty="0" err="1">
                <a:latin typeface="Times New Roman" panose="02020603050405020304" pitchFamily="18" charset="0"/>
                <a:cs typeface="Times New Roman" panose="02020603050405020304" pitchFamily="18" charset="0"/>
              </a:rPr>
              <a:t>i</a:t>
            </a:r>
            <a:r>
              <a:rPr lang="en-IN" sz="1600" dirty="0">
                <a:latin typeface="Times New Roman" panose="02020603050405020304" pitchFamily="18" charset="0"/>
                <a:cs typeface="Times New Roman" panose="02020603050405020304" pitchFamily="18" charset="0"/>
              </a:rPr>
              <a:t> &lt; </a:t>
            </a:r>
            <a:r>
              <a:rPr lang="en-IN" sz="1600" dirty="0" err="1">
                <a:latin typeface="Times New Roman" panose="02020603050405020304" pitchFamily="18" charset="0"/>
                <a:cs typeface="Times New Roman" panose="02020603050405020304" pitchFamily="18" charset="0"/>
              </a:rPr>
              <a:t>rfid.uid.size</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i</a:t>
            </a:r>
            <a:r>
              <a:rPr lang="en-IN" sz="1600" dirty="0">
                <a:latin typeface="Times New Roman" panose="02020603050405020304" pitchFamily="18" charset="0"/>
                <a:cs typeface="Times New Roman" panose="02020603050405020304" pitchFamily="18" charset="0"/>
              </a:rPr>
              <a:t>++) { </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uid</a:t>
            </a:r>
            <a:r>
              <a:rPr lang="en-IN" sz="1600" dirty="0">
                <a:latin typeface="Times New Roman" panose="02020603050405020304" pitchFamily="18" charset="0"/>
                <a:cs typeface="Times New Roman" panose="02020603050405020304" pitchFamily="18" charset="0"/>
              </a:rPr>
              <a:t> += String(</a:t>
            </a:r>
            <a:r>
              <a:rPr lang="en-IN" sz="1600" dirty="0" err="1">
                <a:latin typeface="Times New Roman" panose="02020603050405020304" pitchFamily="18" charset="0"/>
                <a:cs typeface="Times New Roman" panose="02020603050405020304" pitchFamily="18" charset="0"/>
              </a:rPr>
              <a:t>rfid.uid.uidByte</a:t>
            </a: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i</a:t>
            </a:r>
            <a:r>
              <a:rPr lang="en-IN" sz="1600" dirty="0">
                <a:latin typeface="Times New Roman" panose="02020603050405020304" pitchFamily="18" charset="0"/>
                <a:cs typeface="Times New Roman" panose="02020603050405020304" pitchFamily="18" charset="0"/>
              </a:rPr>
              <a:t>], HEX); </a:t>
            </a:r>
          </a:p>
          <a:p>
            <a:r>
              <a:rPr lang="en-IN" sz="1600" dirty="0">
                <a:latin typeface="Times New Roman" panose="02020603050405020304" pitchFamily="18" charset="0"/>
                <a:cs typeface="Times New Roman" panose="02020603050405020304" pitchFamily="18" charset="0"/>
              </a:rPr>
              <a:t> } </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Serial.println</a:t>
            </a:r>
            <a:r>
              <a:rPr lang="en-IN" sz="1600" dirty="0">
                <a:latin typeface="Times New Roman" panose="02020603050405020304" pitchFamily="18" charset="0"/>
                <a:cs typeface="Times New Roman" panose="02020603050405020304" pitchFamily="18" charset="0"/>
              </a:rPr>
              <a:t>("RFID UID: " + </a:t>
            </a:r>
            <a:r>
              <a:rPr lang="en-IN" sz="1600" dirty="0" err="1">
                <a:latin typeface="Times New Roman" panose="02020603050405020304" pitchFamily="18" charset="0"/>
                <a:cs typeface="Times New Roman" panose="02020603050405020304" pitchFamily="18" charset="0"/>
              </a:rPr>
              <a:t>uid</a:t>
            </a:r>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 // Simulate face recognition </a:t>
            </a:r>
          </a:p>
          <a:p>
            <a:r>
              <a:rPr lang="en-IN" sz="1600" dirty="0">
                <a:latin typeface="Times New Roman" panose="02020603050405020304" pitchFamily="18" charset="0"/>
                <a:cs typeface="Times New Roman" panose="02020603050405020304" pitchFamily="18" charset="0"/>
              </a:rPr>
              <a:t> bool </a:t>
            </a:r>
            <a:r>
              <a:rPr lang="en-IN" sz="1600" dirty="0" err="1">
                <a:latin typeface="Times New Roman" panose="02020603050405020304" pitchFamily="18" charset="0"/>
                <a:cs typeface="Times New Roman" panose="02020603050405020304" pitchFamily="18" charset="0"/>
              </a:rPr>
              <a:t>faceRecognized</a:t>
            </a:r>
            <a:r>
              <a:rPr lang="en-IN" sz="1600" dirty="0">
                <a:latin typeface="Times New Roman" panose="02020603050405020304" pitchFamily="18" charset="0"/>
                <a:cs typeface="Times New Roman" panose="02020603050405020304" pitchFamily="18" charset="0"/>
              </a:rPr>
              <a:t> = </a:t>
            </a:r>
            <a:r>
              <a:rPr lang="en-IN" sz="1600" dirty="0" err="1">
                <a:latin typeface="Times New Roman" panose="02020603050405020304" pitchFamily="18" charset="0"/>
                <a:cs typeface="Times New Roman" panose="02020603050405020304" pitchFamily="18" charset="0"/>
              </a:rPr>
              <a:t>simulateFaceRecognition</a:t>
            </a:r>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 if (</a:t>
            </a:r>
            <a:r>
              <a:rPr lang="en-IN" sz="1600" dirty="0" err="1">
                <a:latin typeface="Times New Roman" panose="02020603050405020304" pitchFamily="18" charset="0"/>
                <a:cs typeface="Times New Roman" panose="02020603050405020304" pitchFamily="18" charset="0"/>
              </a:rPr>
              <a:t>faceRecognized</a:t>
            </a:r>
            <a:r>
              <a:rPr lang="en-IN" sz="1600" dirty="0">
                <a:latin typeface="Times New Roman" panose="02020603050405020304" pitchFamily="18" charset="0"/>
                <a:cs typeface="Times New Roman" panose="02020603050405020304" pitchFamily="18" charset="0"/>
              </a:rPr>
              <a:t>) {</a:t>
            </a:r>
          </a:p>
          <a:p>
            <a:r>
              <a:rPr lang="en-IN" sz="1600" dirty="0" err="1">
                <a:latin typeface="Times New Roman" panose="02020603050405020304" pitchFamily="18" charset="0"/>
                <a:cs typeface="Times New Roman" panose="02020603050405020304" pitchFamily="18" charset="0"/>
              </a:rPr>
              <a:t>Serial.println</a:t>
            </a:r>
            <a:r>
              <a:rPr lang="en-IN" sz="1600" dirty="0">
                <a:latin typeface="Times New Roman" panose="02020603050405020304" pitchFamily="18" charset="0"/>
                <a:cs typeface="Times New Roman" panose="02020603050405020304" pitchFamily="18" charset="0"/>
              </a:rPr>
              <a:t>("Face recognized"); </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digitalWrite</a:t>
            </a: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greenLED</a:t>
            </a:r>
            <a:r>
              <a:rPr lang="en-IN" sz="1600" dirty="0">
                <a:latin typeface="Times New Roman" panose="02020603050405020304" pitchFamily="18" charset="0"/>
                <a:cs typeface="Times New Roman" panose="02020603050405020304" pitchFamily="18" charset="0"/>
              </a:rPr>
              <a:t>, HIGH); </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digitalWrite</a:t>
            </a: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redLED</a:t>
            </a:r>
            <a:r>
              <a:rPr lang="en-IN" sz="1600" dirty="0">
                <a:latin typeface="Times New Roman" panose="02020603050405020304" pitchFamily="18" charset="0"/>
                <a:cs typeface="Times New Roman" panose="02020603050405020304" pitchFamily="18" charset="0"/>
              </a:rPr>
              <a:t>, LOW); </a:t>
            </a:r>
          </a:p>
          <a:p>
            <a:r>
              <a:rPr lang="en-IN" sz="1600" dirty="0">
                <a:latin typeface="Times New Roman" panose="02020603050405020304" pitchFamily="18" charset="0"/>
                <a:cs typeface="Times New Roman" panose="02020603050405020304" pitchFamily="18" charset="0"/>
              </a:rPr>
              <a:t> tone(buzzer, 1000, 200); // Short beep </a:t>
            </a:r>
          </a:p>
          <a:p>
            <a:r>
              <a:rPr lang="en-IN" sz="1600" dirty="0">
                <a:latin typeface="Times New Roman" panose="02020603050405020304" pitchFamily="18" charset="0"/>
                <a:cs typeface="Times New Roman" panose="02020603050405020304" pitchFamily="18" charset="0"/>
              </a:rPr>
              <a:t> } else { </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Serial.println</a:t>
            </a:r>
            <a:r>
              <a:rPr lang="en-IN" sz="1600" dirty="0">
                <a:latin typeface="Times New Roman" panose="02020603050405020304" pitchFamily="18" charset="0"/>
                <a:cs typeface="Times New Roman" panose="02020603050405020304" pitchFamily="18" charset="0"/>
              </a:rPr>
              <a:t>("Face not recognized"); </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digitalWrite</a:t>
            </a: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greenLED</a:t>
            </a:r>
            <a:r>
              <a:rPr lang="en-IN" sz="1600" dirty="0">
                <a:latin typeface="Times New Roman" panose="02020603050405020304" pitchFamily="18" charset="0"/>
                <a:cs typeface="Times New Roman" panose="02020603050405020304" pitchFamily="18" charset="0"/>
              </a:rPr>
              <a:t>, LOW); </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digitalWrite</a:t>
            </a: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redLED</a:t>
            </a:r>
            <a:r>
              <a:rPr lang="en-IN" sz="1600" dirty="0">
                <a:latin typeface="Times New Roman" panose="02020603050405020304" pitchFamily="18" charset="0"/>
                <a:cs typeface="Times New Roman" panose="02020603050405020304" pitchFamily="18" charset="0"/>
              </a:rPr>
              <a:t>, HIGH); </a:t>
            </a:r>
          </a:p>
          <a:p>
            <a:r>
              <a:rPr lang="en-IN" sz="1600" dirty="0">
                <a:latin typeface="Times New Roman" panose="02020603050405020304" pitchFamily="18" charset="0"/>
                <a:cs typeface="Times New Roman" panose="02020603050405020304" pitchFamily="18" charset="0"/>
              </a:rPr>
              <a:t> tone(buzzer, 500, 200); // Short beep </a:t>
            </a:r>
          </a:p>
          <a:p>
            <a:r>
              <a:rPr lang="en-IN" sz="1600" dirty="0">
                <a:latin typeface="Times New Roman" panose="02020603050405020304" pitchFamily="18" charset="0"/>
                <a:cs typeface="Times New Roman" panose="02020603050405020304" pitchFamily="18" charset="0"/>
              </a:rPr>
              <a:t> } </a:t>
            </a:r>
          </a:p>
          <a:p>
            <a:r>
              <a:rPr lang="en-IN" sz="1600" dirty="0">
                <a:latin typeface="Times New Roman" panose="02020603050405020304" pitchFamily="18" charset="0"/>
                <a:cs typeface="Times New Roman" panose="02020603050405020304" pitchFamily="18" charset="0"/>
              </a:rPr>
              <a:t> // Halt the RFID </a:t>
            </a:r>
            <a:r>
              <a:rPr lang="en-IN" sz="1600" dirty="0" err="1">
                <a:latin typeface="Times New Roman" panose="02020603050405020304" pitchFamily="18" charset="0"/>
                <a:cs typeface="Times New Roman" panose="02020603050405020304" pitchFamily="18" charset="0"/>
              </a:rPr>
              <a:t>crd</a:t>
            </a:r>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rfid.PICC_HaltA</a:t>
            </a:r>
            <a:r>
              <a:rPr lang="en-IN" sz="1600" dirty="0">
                <a:latin typeface="Times New Roman" panose="02020603050405020304" pitchFamily="18" charset="0"/>
                <a:cs typeface="Times New Roman" panose="02020603050405020304" pitchFamily="18" charset="0"/>
              </a:rPr>
              <a:t>(); } </a:t>
            </a:r>
          </a:p>
          <a:p>
            <a:r>
              <a:rPr lang="en-IN" sz="1600" dirty="0">
                <a:latin typeface="Times New Roman" panose="02020603050405020304" pitchFamily="18" charset="0"/>
                <a:cs typeface="Times New Roman" panose="02020603050405020304" pitchFamily="18" charset="0"/>
              </a:rPr>
              <a:t> delay(2000); // Small delay before the next loop iteration }</a:t>
            </a:r>
          </a:p>
        </p:txBody>
      </p:sp>
      <p:sp>
        <p:nvSpPr>
          <p:cNvPr id="4" name="Date Placeholder 3">
            <a:extLst>
              <a:ext uri="{FF2B5EF4-FFF2-40B4-BE49-F238E27FC236}">
                <a16:creationId xmlns:a16="http://schemas.microsoft.com/office/drawing/2014/main" id="{F4CC672E-55C8-CDA5-DB65-5D5F35B54E69}"/>
              </a:ext>
            </a:extLst>
          </p:cNvPr>
          <p:cNvSpPr>
            <a:spLocks noGrp="1"/>
          </p:cNvSpPr>
          <p:nvPr>
            <p:ph type="dt" sz="half" idx="10"/>
          </p:nvPr>
        </p:nvSpPr>
        <p:spPr/>
        <p:txBody>
          <a:bodyPr/>
          <a:lstStyle/>
          <a:p>
            <a:pPr>
              <a:defRPr/>
            </a:pPr>
            <a:r>
              <a:rPr lang="en-US"/>
              <a:t>Wednesday, November 26, 2024</a:t>
            </a:r>
          </a:p>
        </p:txBody>
      </p:sp>
    </p:spTree>
    <p:extLst>
      <p:ext uri="{BB962C8B-B14F-4D97-AF65-F5344CB8AC3E}">
        <p14:creationId xmlns:p14="http://schemas.microsoft.com/office/powerpoint/2010/main" val="593780394"/>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circuit board with wires&#10;&#10;Description automatically generated">
            <a:extLst>
              <a:ext uri="{FF2B5EF4-FFF2-40B4-BE49-F238E27FC236}">
                <a16:creationId xmlns:a16="http://schemas.microsoft.com/office/drawing/2014/main" id="{4782B106-AD28-9DEA-702D-D29FB6470C16}"/>
              </a:ext>
              <a:ext uri="{C183D7F6-B498-43B3-948B-1728B52AA6E4}">
                <adec:decorative xmlns:adec="http://schemas.microsoft.com/office/drawing/2017/decorative" val="0"/>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813045" y="1525088"/>
            <a:ext cx="7916380" cy="45154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Title 2">
            <a:extLst>
              <a:ext uri="{FF2B5EF4-FFF2-40B4-BE49-F238E27FC236}">
                <a16:creationId xmlns:a16="http://schemas.microsoft.com/office/drawing/2014/main" id="{1F288386-A8A4-E730-2FDC-6FBDCED7CA90}"/>
              </a:ext>
            </a:extLst>
          </p:cNvPr>
          <p:cNvSpPr>
            <a:spLocks noGrp="1"/>
          </p:cNvSpPr>
          <p:nvPr>
            <p:ph type="title"/>
          </p:nvPr>
        </p:nvSpPr>
        <p:spPr/>
        <p:txBody>
          <a:bodyPr/>
          <a:lstStyle/>
          <a:p>
            <a:pPr>
              <a:defRPr/>
            </a:pPr>
            <a: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Testing/Simulation</a:t>
            </a:r>
          </a:p>
        </p:txBody>
      </p:sp>
      <p:sp>
        <p:nvSpPr>
          <p:cNvPr id="7" name="Footer Placeholder 6">
            <a:extLst>
              <a:ext uri="{FF2B5EF4-FFF2-40B4-BE49-F238E27FC236}">
                <a16:creationId xmlns:a16="http://schemas.microsoft.com/office/drawing/2014/main" id="{B10D2A11-C854-38F1-29AB-345DB4B27CC6}"/>
              </a:ext>
            </a:extLst>
          </p:cNvPr>
          <p:cNvSpPr>
            <a:spLocks noGrp="1"/>
          </p:cNvSpPr>
          <p:nvPr>
            <p:ph type="ftr" sz="quarter" idx="11"/>
          </p:nvPr>
        </p:nvSpPr>
        <p:spPr/>
        <p:txBody>
          <a:bodyPr/>
          <a:lstStyle/>
          <a:p>
            <a:pPr>
              <a:defRPr/>
            </a:pPr>
            <a:r>
              <a:rPr lang="en-US"/>
              <a:t>Final Review</a:t>
            </a:r>
          </a:p>
        </p:txBody>
      </p:sp>
      <p:sp>
        <p:nvSpPr>
          <p:cNvPr id="8" name="Date Placeholder 7">
            <a:extLst>
              <a:ext uri="{FF2B5EF4-FFF2-40B4-BE49-F238E27FC236}">
                <a16:creationId xmlns:a16="http://schemas.microsoft.com/office/drawing/2014/main" id="{F7B81F35-8E72-D84C-F4E5-462B688739EE}"/>
              </a:ext>
            </a:extLst>
          </p:cNvPr>
          <p:cNvSpPr>
            <a:spLocks noGrp="1"/>
          </p:cNvSpPr>
          <p:nvPr>
            <p:ph type="dt" sz="quarter" idx="10"/>
          </p:nvPr>
        </p:nvSpPr>
        <p:spPr/>
        <p:txBody>
          <a:bodyPr/>
          <a:lstStyle/>
          <a:p>
            <a:pPr>
              <a:defRPr/>
            </a:pPr>
            <a:r>
              <a:rPr lang="en-US"/>
              <a:t>Wednesday, November 26, 2024</a:t>
            </a: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1">
            <a:extLst>
              <a:ext uri="{FF2B5EF4-FFF2-40B4-BE49-F238E27FC236}">
                <a16:creationId xmlns:a16="http://schemas.microsoft.com/office/drawing/2014/main" id="{3AF68F21-96FF-02E9-6126-0B55054F84F5}"/>
              </a:ext>
            </a:extLst>
          </p:cNvPr>
          <p:cNvSpPr>
            <a:spLocks noGrp="1" noChangeArrowheads="1"/>
          </p:cNvSpPr>
          <p:nvPr>
            <p:ph sz="quarter" idx="1"/>
          </p:nvPr>
        </p:nvSpPr>
        <p:spPr>
          <a:xfrm>
            <a:off x="122335" y="1447800"/>
            <a:ext cx="11460065" cy="4572000"/>
          </a:xfrm>
        </p:spPr>
        <p:txBody>
          <a:bodyPr/>
          <a:lstStyle/>
          <a:p>
            <a:r>
              <a:rPr lang="en-US" sz="1900" dirty="0">
                <a:latin typeface="Times New Roman" panose="02020603050405020304" pitchFamily="18" charset="0"/>
                <a:cs typeface="Times New Roman" panose="02020603050405020304" pitchFamily="18" charset="0"/>
              </a:rPr>
              <a:t>The RFID-based attendance system combined with a facial recognition system aims to enhance the accuracy and efficiency of student attendance tracking. </a:t>
            </a:r>
          </a:p>
          <a:p>
            <a:r>
              <a:rPr lang="en-US" sz="1900" dirty="0">
                <a:latin typeface="Times New Roman" panose="02020603050405020304" pitchFamily="18" charset="0"/>
                <a:cs typeface="Times New Roman" panose="02020603050405020304" pitchFamily="18" charset="0"/>
              </a:rPr>
              <a:t>The RFID tag identifies a student as soon as they come into proximity with the reader, while the face recognition system authenticates the student's identity.</a:t>
            </a:r>
          </a:p>
          <a:p>
            <a:r>
              <a:rPr lang="en-US" sz="1900" dirty="0">
                <a:latin typeface="Times New Roman" panose="02020603050405020304" pitchFamily="18" charset="0"/>
                <a:cs typeface="Times New Roman" panose="02020603050405020304" pitchFamily="18" charset="0"/>
              </a:rPr>
              <a:t> This dual-layer security system ensures that the correct student is marked present, reducing the chances of proxy attendance or errors.</a:t>
            </a:r>
          </a:p>
          <a:p>
            <a:r>
              <a:rPr lang="en-US" sz="1900" dirty="0">
                <a:latin typeface="Times New Roman" panose="02020603050405020304" pitchFamily="18" charset="0"/>
                <a:cs typeface="Times New Roman" panose="02020603050405020304" pitchFamily="18" charset="0"/>
              </a:rPr>
              <a:t>The system has been tested in various environments, yielding a high accuracy rate in identifying students, even in crowded or low-light conditions.</a:t>
            </a:r>
          </a:p>
          <a:p>
            <a:r>
              <a:rPr lang="en-US" sz="1900" dirty="0">
                <a:latin typeface="Times New Roman" panose="02020603050405020304" pitchFamily="18" charset="0"/>
                <a:cs typeface="Times New Roman" panose="02020603050405020304" pitchFamily="18" charset="0"/>
              </a:rPr>
              <a:t> The RFID component functions smoothly, with a quick response time for tag recognition.</a:t>
            </a:r>
          </a:p>
          <a:p>
            <a:r>
              <a:rPr lang="en-US" sz="1900" dirty="0">
                <a:latin typeface="Times New Roman" panose="02020603050405020304" pitchFamily="18" charset="0"/>
                <a:cs typeface="Times New Roman" panose="02020603050405020304" pitchFamily="18" charset="0"/>
              </a:rPr>
              <a:t> The face recognition software, after training with a sample database, displays minimal error rates in distinguishing between students with similar features.</a:t>
            </a:r>
          </a:p>
          <a:p>
            <a:r>
              <a:rPr lang="en-US" sz="1900" dirty="0">
                <a:latin typeface="Times New Roman" panose="02020603050405020304" pitchFamily="18" charset="0"/>
                <a:cs typeface="Times New Roman" panose="02020603050405020304" pitchFamily="18" charset="0"/>
              </a:rPr>
              <a:t> The integration of both technologies eliminates manual errors, saves time, and provides a more reliable and secure attendance tracking method for educational institutions.</a:t>
            </a:r>
          </a:p>
        </p:txBody>
      </p:sp>
      <p:sp>
        <p:nvSpPr>
          <p:cNvPr id="3" name="Title 2">
            <a:extLst>
              <a:ext uri="{FF2B5EF4-FFF2-40B4-BE49-F238E27FC236}">
                <a16:creationId xmlns:a16="http://schemas.microsoft.com/office/drawing/2014/main" id="{73345BA2-800A-DC63-69C3-58F6DDDABC1B}"/>
              </a:ext>
            </a:extLst>
          </p:cNvPr>
          <p:cNvSpPr>
            <a:spLocks noGrp="1"/>
          </p:cNvSpPr>
          <p:nvPr>
            <p:ph type="title"/>
          </p:nvPr>
        </p:nvSpPr>
        <p:spPr>
          <a:xfrm>
            <a:off x="223935" y="266700"/>
            <a:ext cx="11460065" cy="1143000"/>
          </a:xfrm>
        </p:spPr>
        <p:txBody>
          <a:bodyPr/>
          <a:lstStyle/>
          <a:p>
            <a:pPr>
              <a:defRPr/>
            </a:pPr>
            <a: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Results &amp; Discussion</a:t>
            </a:r>
          </a:p>
        </p:txBody>
      </p:sp>
      <p:sp>
        <p:nvSpPr>
          <p:cNvPr id="7" name="Footer Placeholder 6">
            <a:extLst>
              <a:ext uri="{FF2B5EF4-FFF2-40B4-BE49-F238E27FC236}">
                <a16:creationId xmlns:a16="http://schemas.microsoft.com/office/drawing/2014/main" id="{98A798B8-A48A-8194-7F29-7E553D7C7C1C}"/>
              </a:ext>
            </a:extLst>
          </p:cNvPr>
          <p:cNvSpPr>
            <a:spLocks noGrp="1"/>
          </p:cNvSpPr>
          <p:nvPr>
            <p:ph type="ftr" sz="quarter" idx="11"/>
          </p:nvPr>
        </p:nvSpPr>
        <p:spPr/>
        <p:txBody>
          <a:bodyPr/>
          <a:lstStyle/>
          <a:p>
            <a:pPr>
              <a:defRPr/>
            </a:pPr>
            <a:r>
              <a:rPr lang="en-US"/>
              <a:t>Final Review</a:t>
            </a:r>
          </a:p>
        </p:txBody>
      </p:sp>
      <p:sp>
        <p:nvSpPr>
          <p:cNvPr id="8" name="Date Placeholder 7">
            <a:extLst>
              <a:ext uri="{FF2B5EF4-FFF2-40B4-BE49-F238E27FC236}">
                <a16:creationId xmlns:a16="http://schemas.microsoft.com/office/drawing/2014/main" id="{4055FF41-0F22-6FD0-8CCC-598685DABE2A}"/>
              </a:ext>
            </a:extLst>
          </p:cNvPr>
          <p:cNvSpPr>
            <a:spLocks noGrp="1"/>
          </p:cNvSpPr>
          <p:nvPr>
            <p:ph type="dt" sz="quarter" idx="10"/>
          </p:nvPr>
        </p:nvSpPr>
        <p:spPr/>
        <p:txBody>
          <a:bodyPr/>
          <a:lstStyle/>
          <a:p>
            <a:pPr>
              <a:defRPr/>
            </a:pPr>
            <a:r>
              <a:rPr lang="en-US"/>
              <a:t>Wednesday, November 26, 2024</a:t>
            </a: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1">
            <a:extLst>
              <a:ext uri="{FF2B5EF4-FFF2-40B4-BE49-F238E27FC236}">
                <a16:creationId xmlns:a16="http://schemas.microsoft.com/office/drawing/2014/main" id="{D3564A0B-F7BC-98BF-BFFB-E50F1AA80F7B}"/>
              </a:ext>
            </a:extLst>
          </p:cNvPr>
          <p:cNvSpPr>
            <a:spLocks noGrp="1" noChangeArrowheads="1"/>
          </p:cNvSpPr>
          <p:nvPr>
            <p:ph sz="quarter" idx="1"/>
          </p:nvPr>
        </p:nvSpPr>
        <p:spPr/>
        <p:txBody>
          <a:bodyPr/>
          <a:lstStyle/>
          <a:p>
            <a:pPr marL="0" indent="0">
              <a:buNone/>
            </a:pPr>
            <a:r>
              <a:rPr lang="en-US" sz="2000" dirty="0">
                <a:latin typeface="Times New Roman" panose="02020603050405020304" pitchFamily="18" charset="0"/>
                <a:cs typeface="Times New Roman" panose="02020603050405020304" pitchFamily="18" charset="0"/>
              </a:rPr>
              <a:t>*</a:t>
            </a:r>
            <a:r>
              <a:rPr lang="en-US" sz="1900" b="1" dirty="0">
                <a:latin typeface="Times New Roman" panose="02020603050405020304" pitchFamily="18" charset="0"/>
                <a:cs typeface="Times New Roman" panose="02020603050405020304" pitchFamily="18" charset="0"/>
              </a:rPr>
              <a:t>Conclusion:-</a:t>
            </a:r>
          </a:p>
          <a:p>
            <a:pPr marL="0" indent="0">
              <a:buNone/>
            </a:pPr>
            <a:r>
              <a:rPr lang="en-US" sz="1800" dirty="0">
                <a:latin typeface="Times New Roman" panose="02020603050405020304" pitchFamily="18" charset="0"/>
                <a:cs typeface="Times New Roman" panose="02020603050405020304" pitchFamily="18" charset="0"/>
              </a:rPr>
              <a:t>	The RFID-based attendance system integrated with face recognition offers a reliable, secure, and automated solution for attendance tracking. By combining RFID technology with facial biometrics, the system minimizes errors, reduces the risk of fraud, and ensures seamless operation. Its user-friendly design and centralized database make it ideal for institutions and organizations seeking efficient management of attendance records.</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a:t>
            </a:r>
            <a:r>
              <a:rPr lang="en-US" sz="1900" b="1" dirty="0">
                <a:latin typeface="Times New Roman" panose="02020603050405020304" pitchFamily="18" charset="0"/>
                <a:cs typeface="Times New Roman" panose="02020603050405020304" pitchFamily="18" charset="0"/>
              </a:rPr>
              <a:t>Future Scope:-</a:t>
            </a:r>
          </a:p>
          <a:p>
            <a:pPr marL="0" indent="0">
              <a:buNone/>
            </a:pPr>
            <a:r>
              <a:rPr lang="en-US" sz="1800" dirty="0">
                <a:latin typeface="Times New Roman" panose="02020603050405020304" pitchFamily="18" charset="0"/>
                <a:cs typeface="Times New Roman" panose="02020603050405020304" pitchFamily="18" charset="0"/>
              </a:rPr>
              <a:t>	The system can be further enhanced with AI-powered analytics for behavioral insights, cloud integration for real-time monitoring, and mobile app interfaces for improved accessibility. Incorporating additional biometric features like iris recognition and adapting the system for multi-location synchronization can widen its application. Enhanced scalability and interoperability make it promising for diverse environments such as corporate offices, government institutions, and public events.</a:t>
            </a:r>
          </a:p>
          <a:p>
            <a:endParaRPr lang="en-US" altLang="en-US"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75403997-4DC3-6AE1-EF90-7B11E382CC82}"/>
              </a:ext>
            </a:extLst>
          </p:cNvPr>
          <p:cNvSpPr>
            <a:spLocks noGrp="1"/>
          </p:cNvSpPr>
          <p:nvPr>
            <p:ph type="title"/>
          </p:nvPr>
        </p:nvSpPr>
        <p:spPr/>
        <p:txBody>
          <a:bodyPr/>
          <a:lstStyle/>
          <a:p>
            <a:pPr>
              <a:defRPr/>
            </a:pPr>
            <a:r>
              <a:rPr lang="en-US"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Conclusion &amp; Future Scope</a:t>
            </a:r>
          </a:p>
        </p:txBody>
      </p:sp>
      <p:sp>
        <p:nvSpPr>
          <p:cNvPr id="7" name="Footer Placeholder 6">
            <a:extLst>
              <a:ext uri="{FF2B5EF4-FFF2-40B4-BE49-F238E27FC236}">
                <a16:creationId xmlns:a16="http://schemas.microsoft.com/office/drawing/2014/main" id="{14A954CC-B95A-8683-EA37-6589D8924E37}"/>
              </a:ext>
            </a:extLst>
          </p:cNvPr>
          <p:cNvSpPr>
            <a:spLocks noGrp="1"/>
          </p:cNvSpPr>
          <p:nvPr>
            <p:ph type="ftr" sz="quarter" idx="11"/>
          </p:nvPr>
        </p:nvSpPr>
        <p:spPr/>
        <p:txBody>
          <a:bodyPr/>
          <a:lstStyle/>
          <a:p>
            <a:pPr>
              <a:defRPr/>
            </a:pPr>
            <a:r>
              <a:rPr lang="en-US"/>
              <a:t>Final Review</a:t>
            </a:r>
          </a:p>
        </p:txBody>
      </p:sp>
      <p:sp>
        <p:nvSpPr>
          <p:cNvPr id="8" name="Date Placeholder 7">
            <a:extLst>
              <a:ext uri="{FF2B5EF4-FFF2-40B4-BE49-F238E27FC236}">
                <a16:creationId xmlns:a16="http://schemas.microsoft.com/office/drawing/2014/main" id="{B407F69F-A3A0-C30D-FB94-055BACE0C50F}"/>
              </a:ext>
            </a:extLst>
          </p:cNvPr>
          <p:cNvSpPr>
            <a:spLocks noGrp="1"/>
          </p:cNvSpPr>
          <p:nvPr>
            <p:ph type="dt" sz="quarter" idx="10"/>
          </p:nvPr>
        </p:nvSpPr>
        <p:spPr/>
        <p:txBody>
          <a:bodyPr/>
          <a:lstStyle/>
          <a:p>
            <a:pPr>
              <a:defRPr/>
            </a:pPr>
            <a:r>
              <a:rPr lang="en-US"/>
              <a:t>Wednesday, November 26, 2024</a:t>
            </a: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016FFB-4F76-1F39-2336-DAF8207AE311}"/>
              </a:ext>
            </a:extLst>
          </p:cNvPr>
          <p:cNvSpPr>
            <a:spLocks noGrp="1"/>
          </p:cNvSpPr>
          <p:nvPr>
            <p:ph sz="quarter" idx="1"/>
          </p:nvPr>
        </p:nvSpPr>
        <p:spPr/>
        <p:txBody>
          <a:bodyPr>
            <a:normAutofit/>
          </a:bodyPr>
          <a:lstStyle/>
          <a:p>
            <a:pPr marL="0" indent="0" eaLnBrk="1" fontAlgn="auto" hangingPunct="1">
              <a:lnSpc>
                <a:spcPct val="110000"/>
              </a:lnSpc>
              <a:spcBef>
                <a:spcPts val="200"/>
              </a:spcBef>
              <a:spcAft>
                <a:spcPts val="200"/>
              </a:spcAft>
              <a:buFont typeface="Wingdings 2"/>
              <a:buNone/>
              <a:defRPr/>
            </a:pPr>
            <a:endParaRPr lang="en-IN" sz="1700" dirty="0">
              <a:solidFill>
                <a:srgbClr val="004376"/>
              </a:solidFill>
            </a:endParaRPr>
          </a:p>
          <a:p>
            <a:pPr marL="274320" indent="-274320" eaLnBrk="1" fontAlgn="auto" hangingPunct="1">
              <a:spcBef>
                <a:spcPts val="580"/>
              </a:spcBef>
              <a:spcAft>
                <a:spcPts val="0"/>
              </a:spcAft>
              <a:buFont typeface="Wingdings 2"/>
              <a:buChar char=""/>
              <a:defRPr/>
            </a:pPr>
            <a:endParaRPr lang="en-IN" dirty="0"/>
          </a:p>
        </p:txBody>
      </p:sp>
      <p:sp>
        <p:nvSpPr>
          <p:cNvPr id="7" name="Title 1">
            <a:extLst>
              <a:ext uri="{FF2B5EF4-FFF2-40B4-BE49-F238E27FC236}">
                <a16:creationId xmlns:a16="http://schemas.microsoft.com/office/drawing/2014/main" id="{391234EE-FC52-09AC-5C5F-1411BC737F87}"/>
              </a:ext>
            </a:extLst>
          </p:cNvPr>
          <p:cNvSpPr>
            <a:spLocks noGrp="1"/>
          </p:cNvSpPr>
          <p:nvPr>
            <p:ph type="title"/>
          </p:nvPr>
        </p:nvSpPr>
        <p:spPr>
          <a:xfrm>
            <a:off x="557213" y="79375"/>
            <a:ext cx="10363200" cy="1143000"/>
          </a:xfrm>
        </p:spPr>
        <p:txBody>
          <a:bodyPr>
            <a:normAutofit/>
          </a:bodyPr>
          <a:lstStyle/>
          <a:p>
            <a:pPr algn="ctr" eaLnBrk="1" fontAlgn="auto" hangingPunct="1">
              <a:spcAft>
                <a:spcPts val="0"/>
              </a:spcAft>
              <a:defRPr/>
            </a:pP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References (APA Style)</a:t>
            </a:r>
          </a:p>
        </p:txBody>
      </p:sp>
      <p:sp>
        <p:nvSpPr>
          <p:cNvPr id="8" name="Date Placeholder 7">
            <a:extLst>
              <a:ext uri="{FF2B5EF4-FFF2-40B4-BE49-F238E27FC236}">
                <a16:creationId xmlns:a16="http://schemas.microsoft.com/office/drawing/2014/main" id="{A22C1A9B-2D77-6AAC-A1BD-7A6C16229C0D}"/>
              </a:ext>
            </a:extLst>
          </p:cNvPr>
          <p:cNvSpPr>
            <a:spLocks noGrp="1"/>
          </p:cNvSpPr>
          <p:nvPr>
            <p:ph type="dt" sz="half" idx="10"/>
          </p:nvPr>
        </p:nvSpPr>
        <p:spPr/>
        <p:txBody>
          <a:bodyPr/>
          <a:lstStyle/>
          <a:p>
            <a:pPr>
              <a:defRPr/>
            </a:pPr>
            <a:r>
              <a:rPr lang="en-US"/>
              <a:t>Wednesday, November 26, 2024</a:t>
            </a:r>
          </a:p>
        </p:txBody>
      </p:sp>
      <p:sp>
        <p:nvSpPr>
          <p:cNvPr id="6" name="Footer Placeholder 5">
            <a:extLst>
              <a:ext uri="{FF2B5EF4-FFF2-40B4-BE49-F238E27FC236}">
                <a16:creationId xmlns:a16="http://schemas.microsoft.com/office/drawing/2014/main" id="{7A2A23B3-E7D2-9DC9-B689-6B6F456D803E}"/>
              </a:ext>
            </a:extLst>
          </p:cNvPr>
          <p:cNvSpPr>
            <a:spLocks noGrp="1"/>
          </p:cNvSpPr>
          <p:nvPr>
            <p:ph type="ftr" sz="quarter" idx="11"/>
          </p:nvPr>
        </p:nvSpPr>
        <p:spPr/>
        <p:txBody>
          <a:bodyPr/>
          <a:lstStyle/>
          <a:p>
            <a:pPr>
              <a:defRPr/>
            </a:pPr>
            <a:r>
              <a:rPr lang="en-US"/>
              <a:t>Final Review</a:t>
            </a:r>
          </a:p>
        </p:txBody>
      </p:sp>
      <p:sp>
        <p:nvSpPr>
          <p:cNvPr id="4" name="Rectangle 3">
            <a:extLst>
              <a:ext uri="{FF2B5EF4-FFF2-40B4-BE49-F238E27FC236}">
                <a16:creationId xmlns:a16="http://schemas.microsoft.com/office/drawing/2014/main" id="{008A7625-781E-7579-B082-7CBD62D96870}"/>
              </a:ext>
            </a:extLst>
          </p:cNvPr>
          <p:cNvSpPr/>
          <p:nvPr/>
        </p:nvSpPr>
        <p:spPr>
          <a:xfrm>
            <a:off x="949325" y="1798638"/>
            <a:ext cx="10375900" cy="903132"/>
          </a:xfrm>
          <a:prstGeom prst="rect">
            <a:avLst/>
          </a:prstGeom>
        </p:spPr>
        <p:txBody>
          <a:bodyPr>
            <a:spAutoFit/>
          </a:bodyPr>
          <a:lstStyle/>
          <a:p>
            <a:pPr marL="342900" indent="-342900" eaLnBrk="1" fontAlgn="auto" hangingPunct="1">
              <a:lnSpc>
                <a:spcPct val="150000"/>
              </a:lnSpc>
              <a:spcBef>
                <a:spcPts val="0"/>
              </a:spcBef>
              <a:spcAft>
                <a:spcPts val="0"/>
              </a:spcAft>
              <a:buFontTx/>
              <a:buAutoNum type="arabicPeriod"/>
              <a:tabLst>
                <a:tab pos="400050" algn="l"/>
              </a:tabLst>
              <a:defRPr/>
            </a:pPr>
            <a:endParaRPr lang="en-US" sz="1400" i="1" dirty="0">
              <a:latin typeface="Times New Roman" panose="02020603050405020304" pitchFamily="18" charset="0"/>
              <a:ea typeface="MS Mincho" panose="02020609040205080304" pitchFamily="49" charset="-128"/>
              <a:cs typeface="Times New Roman" panose="02020603050405020304" pitchFamily="18" charset="0"/>
            </a:endParaRPr>
          </a:p>
          <a:p>
            <a:pPr marL="514350" indent="-514350" eaLnBrk="1" fontAlgn="auto" hangingPunct="1">
              <a:lnSpc>
                <a:spcPct val="150000"/>
              </a:lnSpc>
              <a:spcBef>
                <a:spcPts val="0"/>
              </a:spcBef>
              <a:spcAft>
                <a:spcPts val="0"/>
              </a:spcAft>
              <a:buFontTx/>
              <a:buAutoNum type="arabicPeriod"/>
              <a:tabLst>
                <a:tab pos="400050" algn="l"/>
              </a:tabLst>
              <a:defRPr/>
            </a:pPr>
            <a:endParaRPr lang="en-IN"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33797" name="Picture 1">
            <a:extLst>
              <a:ext uri="{FF2B5EF4-FFF2-40B4-BE49-F238E27FC236}">
                <a16:creationId xmlns:a16="http://schemas.microsoft.com/office/drawing/2014/main" id="{AB9BDA89-619F-DB9D-1C4C-C69E519B54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850289FA-D3C2-D9A2-569A-C732B934C158}"/>
              </a:ext>
            </a:extLst>
          </p:cNvPr>
          <p:cNvSpPr>
            <a:spLocks noChangeArrowheads="1"/>
          </p:cNvSpPr>
          <p:nvPr/>
        </p:nvSpPr>
        <p:spPr bwMode="auto">
          <a:xfrm>
            <a:off x="-80962" y="1447800"/>
            <a:ext cx="11982450" cy="4478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a:r>
              <a:rPr lang="en-US" altLang="en-US" sz="1900" dirty="0">
                <a:latin typeface="Times New Roman" panose="02020603050405020304" pitchFamily="18" charset="0"/>
                <a:cs typeface="Times New Roman" panose="02020603050405020304" pitchFamily="18" charset="0"/>
              </a:rPr>
              <a:t>1.</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Alam, M. S., Rahman, M. M., &amp; Hossain, M. A. (2018). Automated attendance system using RFID and face recognition: A comprehensive review. </a:t>
            </a:r>
            <a:r>
              <a:rPr kumimoji="0" lang="en-US" altLang="en-US" sz="19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International Journal of Advanced Research in Computer Science and Software Engineering, 8</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45–50.</a:t>
            </a:r>
          </a:p>
          <a:p>
            <a:pPr lvl="1"/>
            <a:endParaRPr lang="en-US" altLang="en-US" sz="1900" dirty="0">
              <a:latin typeface="Times New Roman" panose="02020603050405020304" pitchFamily="18" charset="0"/>
              <a:cs typeface="Times New Roman" panose="02020603050405020304" pitchFamily="18" charset="0"/>
            </a:endParaRPr>
          </a:p>
          <a:p>
            <a:pPr lvl="1"/>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2.Sharma, R., Gupta, A., &amp; Verma, P. (2019). Integration of RFID and facial recognition for enhanced attendance systems. Journal of Emerging Technologies in Computing and Communication, 10(2), 34–39.</a:t>
            </a:r>
          </a:p>
          <a:p>
            <a:pPr lvl="1"/>
            <a:endParaRPr lang="en-US" altLang="en-US" sz="1900" dirty="0">
              <a:latin typeface="Times New Roman" panose="02020603050405020304" pitchFamily="18" charset="0"/>
              <a:cs typeface="Times New Roman" panose="02020603050405020304" pitchFamily="18" charset="0"/>
            </a:endParaRPr>
          </a:p>
          <a:p>
            <a:pPr lvl="1"/>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Singh, S., &amp; Kaur, G. (2020). RFID and facial recognition in attendance management systems: Current trends and future scope. International Journal of Engineering and Technology, 12(4), 267–275.</a:t>
            </a:r>
          </a:p>
          <a:p>
            <a:pPr lvl="1"/>
            <a:endParaRPr lang="en-US" altLang="en-US" sz="1900" dirty="0">
              <a:latin typeface="Times New Roman" panose="02020603050405020304" pitchFamily="18" charset="0"/>
              <a:cs typeface="Times New Roman" panose="02020603050405020304" pitchFamily="18" charset="0"/>
            </a:endParaRPr>
          </a:p>
          <a:p>
            <a:pPr lvl="1"/>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Ahmed, S., &amp; Khan, M. R. (2021). Biometric attendance management system using RFID and face recognition. In Proceedings of the IEEE International Conference on Smart Technologies (pp. 325–330).</a:t>
            </a:r>
          </a:p>
          <a:p>
            <a:pPr lvl="1"/>
            <a:endParaRPr lang="en-US" altLang="en-US" sz="1900" dirty="0">
              <a:latin typeface="Times New Roman" panose="02020603050405020304" pitchFamily="18" charset="0"/>
              <a:cs typeface="Times New Roman" panose="02020603050405020304" pitchFamily="18" charset="0"/>
            </a:endParaRPr>
          </a:p>
          <a:p>
            <a:pPr lvl="1"/>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Patel, J., &amp; Desai, K. (2022). Efficient attendance tracking using RFID and facial biometrics. Journal of Advanced Computing Research, 15(1), 23–30.</a:t>
            </a: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1C198-75F6-243B-7C78-AC92E076E32F}"/>
              </a:ext>
            </a:extLst>
          </p:cNvPr>
          <p:cNvSpPr>
            <a:spLocks noGrp="1"/>
          </p:cNvSpPr>
          <p:nvPr>
            <p:ph type="title"/>
          </p:nvPr>
        </p:nvSpPr>
        <p:spPr>
          <a:xfrm>
            <a:off x="1774825" y="2708275"/>
            <a:ext cx="9144000" cy="1066800"/>
          </a:xfrm>
        </p:spPr>
        <p:txBody>
          <a:bodyPr>
            <a:normAutofit/>
          </a:bodyPr>
          <a:lstStyle/>
          <a:p>
            <a:pPr algn="ctr" eaLnBrk="1" fontAlgn="auto" hangingPunct="1">
              <a:spcAft>
                <a:spcPts val="0"/>
              </a:spcAft>
              <a:defRPr/>
            </a:pPr>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THANK YOU</a:t>
            </a:r>
          </a:p>
        </p:txBody>
      </p:sp>
      <p:pic>
        <p:nvPicPr>
          <p:cNvPr id="34819" name="Picture 2">
            <a:extLst>
              <a:ext uri="{FF2B5EF4-FFF2-40B4-BE49-F238E27FC236}">
                <a16:creationId xmlns:a16="http://schemas.microsoft.com/office/drawing/2014/main" id="{0F2F2CDC-8A47-A9A6-BD92-191EB95CBE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0413" y="158750"/>
            <a:ext cx="981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a:extLst>
              <a:ext uri="{FF2B5EF4-FFF2-40B4-BE49-F238E27FC236}">
                <a16:creationId xmlns:a16="http://schemas.microsoft.com/office/drawing/2014/main" id="{4C8DDE95-7731-70D3-A21D-3DCDBBC18C83}"/>
              </a:ext>
            </a:extLst>
          </p:cNvPr>
          <p:cNvSpPr>
            <a:spLocks noGrp="1"/>
          </p:cNvSpPr>
          <p:nvPr>
            <p:ph type="ftr" sz="quarter" idx="11"/>
          </p:nvPr>
        </p:nvSpPr>
        <p:spPr/>
        <p:txBody>
          <a:bodyPr/>
          <a:lstStyle/>
          <a:p>
            <a:pPr>
              <a:defRPr/>
            </a:pPr>
            <a:r>
              <a:rPr lang="en-US"/>
              <a:t>Final Review</a:t>
            </a:r>
          </a:p>
        </p:txBody>
      </p:sp>
      <p:sp>
        <p:nvSpPr>
          <p:cNvPr id="6" name="Date Placeholder 5">
            <a:extLst>
              <a:ext uri="{FF2B5EF4-FFF2-40B4-BE49-F238E27FC236}">
                <a16:creationId xmlns:a16="http://schemas.microsoft.com/office/drawing/2014/main" id="{7ADB2D78-3CD7-67AF-C225-E0FBB04D0AD8}"/>
              </a:ext>
            </a:extLst>
          </p:cNvPr>
          <p:cNvSpPr>
            <a:spLocks noGrp="1"/>
          </p:cNvSpPr>
          <p:nvPr>
            <p:ph type="dt" sz="quarter" idx="10"/>
          </p:nvPr>
        </p:nvSpPr>
        <p:spPr/>
        <p:txBody>
          <a:bodyPr/>
          <a:lstStyle/>
          <a:p>
            <a:pPr>
              <a:defRPr/>
            </a:pPr>
            <a:r>
              <a:rPr lang="en-US"/>
              <a:t>Wednesday, November 26, 2024</a:t>
            </a:r>
          </a:p>
        </p:txBody>
      </p:sp>
    </p:spTree>
  </p:cSld>
  <p:clrMapOvr>
    <a:masterClrMapping/>
  </p:clrMapOvr>
  <p:transition spd="med">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arterly earnings presentation">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spDef>
      <a:spPr/>
      <a:bodyPr rtlCol="0" anchor="ctr"/>
      <a:lstStyle>
        <a:defPPr algn="ctr">
          <a:defRPr dirty="0"/>
        </a:defPPr>
      </a:lstStyle>
      <a:style>
        <a:lnRef idx="3">
          <a:schemeClr val="lt1"/>
        </a:lnRef>
        <a:fillRef idx="1">
          <a:schemeClr val="accent2"/>
        </a:fillRef>
        <a:effectRef idx="1">
          <a:schemeClr val="accent2"/>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anchor="ctr"/>
      <a:lstStyle>
        <a:defPPr eaLnBrk="1" hangingPunct="1">
          <a:spcBef>
            <a:spcPct val="0"/>
          </a:spcBef>
          <a:buClrTx/>
          <a:buSzTx/>
          <a:buFontTx/>
          <a:buNone/>
          <a:defRPr sz="1400" dirty="0" smtClean="0">
            <a:solidFill>
              <a:schemeClr val="tx2"/>
            </a:solidFill>
          </a:defRPr>
        </a:defPPr>
      </a:lstStyle>
    </a:txDef>
  </a:objectDefaults>
  <a:extraClrSchemeLst/>
  <a:extLst>
    <a:ext uri="{05A4C25C-085E-4340-85A3-A5531E510DB2}">
      <thm15:themeFamily xmlns:thm15="http://schemas.microsoft.com/office/thememl/2012/main" name="Quarterly earnings presentation" id="{0D943C51-2B86-4013-B604-53D1EF40AFB5}" vid="{0D6FE234-CE13-49D3-9FC5-DC9E562B90C3}"/>
    </a:ext>
  </a:extLst>
</a:theme>
</file>

<file path=ppt/theme/theme2.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3032</Words>
  <Application>Microsoft Office PowerPoint</Application>
  <PresentationFormat>Widescreen</PresentationFormat>
  <Paragraphs>319</Paragraphs>
  <Slides>23</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Century Gothic</vt:lpstr>
      <vt:lpstr>inherit</vt:lpstr>
      <vt:lpstr>Microsoft Sans Serif</vt:lpstr>
      <vt:lpstr>Palatino Linotype</vt:lpstr>
      <vt:lpstr>Public Sans</vt:lpstr>
      <vt:lpstr>Times New Roman</vt:lpstr>
      <vt:lpstr>Wingdings</vt:lpstr>
      <vt:lpstr>Wingdings 2</vt:lpstr>
      <vt:lpstr>Quarterly earnings presentation</vt:lpstr>
      <vt:lpstr>Information Slide</vt:lpstr>
      <vt:lpstr>SMART ATTENDANCE  USING RFID AND FACE DATA</vt:lpstr>
      <vt:lpstr>Outline</vt:lpstr>
      <vt:lpstr>Abstract</vt:lpstr>
      <vt:lpstr>Introduction</vt:lpstr>
      <vt:lpstr>PowerPoint Presentation</vt:lpstr>
      <vt:lpstr>Motivation</vt:lpstr>
      <vt:lpstr>Objective</vt:lpstr>
      <vt:lpstr>Existing Method </vt:lpstr>
      <vt:lpstr>Proposed Method</vt:lpstr>
      <vt:lpstr>                                                                                                           Block diagram</vt:lpstr>
      <vt:lpstr>                                                                                                           Explanation of Proposed Work</vt:lpstr>
      <vt:lpstr>                                                                                                           Hardware &amp; Software Involved </vt:lpstr>
      <vt:lpstr>Application &amp; Advantages</vt:lpstr>
      <vt:lpstr>System Architecture/Proposed work Block diagram</vt:lpstr>
      <vt:lpstr>Implementation(Sample code)</vt:lpstr>
      <vt:lpstr>PowerPoint Presentation</vt:lpstr>
      <vt:lpstr>PowerPoint Presentation</vt:lpstr>
      <vt:lpstr>Testing/Simulation</vt:lpstr>
      <vt:lpstr>Results &amp; Discussion</vt:lpstr>
      <vt:lpstr>Conclusion &amp; Future Scope</vt:lpstr>
      <vt:lpstr>References (APA Style)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Slide</dc:title>
  <dc:creator/>
  <cp:keywords/>
  <cp:lastModifiedBy/>
  <cp:revision>3</cp:revision>
  <dcterms:created xsi:type="dcterms:W3CDTF">2017-04-13T11:52:33Z</dcterms:created>
  <dcterms:modified xsi:type="dcterms:W3CDTF">2024-12-02T00:53:11Z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TC034605459991</vt:lpwstr>
  </property>
</Properties>
</file>